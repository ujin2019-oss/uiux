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embeddings/oleObject1.wdp" ContentType="image/vnd.ms-photo"/>
  <Override PartName="/ppt/embeddings/oleObject2.wdp" ContentType="image/vnd.ms-photo"/>
  <Override PartName="/ppt/embeddings/oleObject3.wdp" ContentType="image/vnd.ms-photo"/>
  <Override PartName="/ppt/embeddings/oleObject4.wdp" ContentType="image/vnd.ms-photo"/>
  <Override PartName="/ppt/embeddings/oleObject5.wdp" ContentType="image/vnd.ms-photo"/>
  <Override PartName="/ppt/embeddings/oleObject6.wdp" ContentType="image/vnd.ms-photo"/>
  <Override PartName="/ppt/embeddings/oleObject7.wdp" ContentType="image/vnd.ms-photo"/>
  <Override PartName="/ppt/embeddings/oleObject8.wdp" ContentType="image/vnd.ms-photo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hp" initials="h" lastIdx="2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6405" autoAdjust="0"/>
    <p:restoredTop sz="95006" autoAdjust="0"/>
  </p:normalViewPr>
  <p:slideViewPr>
    <p:cSldViewPr snapToGrid="0">
      <p:cViewPr varScale="1">
        <p:scale>
          <a:sx n="100" d="100"/>
          <a:sy n="100" d="100"/>
        </p:scale>
        <p:origin x="792" y="114"/>
      </p:cViewPr>
      <p:guideLst>
        <p:guide orient="horz" pos="2115"/>
        <p:guide pos="38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commentAuthors" Target="commentAuthors.xml"  /><Relationship Id="rId26" Type="http://schemas.openxmlformats.org/officeDocument/2006/relationships/presProps" Target="presProps.xml"  /><Relationship Id="rId27" Type="http://schemas.openxmlformats.org/officeDocument/2006/relationships/viewProps" Target="viewProps.xml"  /><Relationship Id="rId28" Type="http://schemas.openxmlformats.org/officeDocument/2006/relationships/theme" Target="theme/theme1.xml"  /><Relationship Id="rId29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1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개인상담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Pt>
            <c:idx val="2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5"/>
            <c:invertIfNegative val="0"/>
            <c:bubble3D val="0"/>
            <c:spPr>
              <a:solidFill>
                <a:srgbClr val="f36821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6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invertIfNegative val="0"/>
          <c:cat>
            <c:strRef>
              <c:f>Sheet1!$A$2:$A$12</c:f>
              <c:strCache>
                <c:ptCount val="11"/>
                <c:pt idx="0">
                  <c:v>가족상담</c:v>
                </c:pt>
                <c:pt idx="1">
                  <c:v>일탈비행</c:v>
                </c:pt>
                <c:pt idx="2">
                  <c:v>학업진로</c:v>
                </c:pt>
                <c:pt idx="3">
                  <c:v>성격</c:v>
                </c:pt>
                <c:pt idx="4">
                  <c:v>성</c:v>
                </c:pt>
                <c:pt idx="5">
                  <c:v>대인관계</c:v>
                </c:pt>
                <c:pt idx="6">
                  <c:v>정신건강</c:v>
                </c:pt>
                <c:pt idx="7">
                  <c:v>인터넷과몰입</c:v>
                </c:pt>
                <c:pt idx="8">
                  <c:v>학교폭력</c:v>
                </c:pt>
                <c:pt idx="9">
                  <c:v>생활관련</c:v>
                </c:pt>
                <c:pt idx="10">
                  <c:v>정보제공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</c:v>
                </c:pt>
                <c:pt idx="1">
                  <c:v>3</c:v>
                </c:pt>
                <c:pt idx="2">
                  <c:v>56</c:v>
                </c:pt>
                <c:pt idx="3">
                  <c:v>45</c:v>
                </c:pt>
                <c:pt idx="4">
                  <c:v>12</c:v>
                </c:pt>
                <c:pt idx="5">
                  <c:v>97</c:v>
                </c:pt>
                <c:pt idx="6">
                  <c:v>50</c:v>
                </c:pt>
                <c:pt idx="7">
                  <c:v>12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</c:ser>
        <c:dLbls>
          <c:delete val="0"/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-24"/>
        <c:axId val="236502016"/>
        <c:axId val="204213632"/>
      </c:barChart>
      <c:catAx>
        <c:axId val="236502016"/>
        <c:scaling>
          <c:orientation val="minMax"/>
        </c:scaling>
        <c:axPos val="b"/>
        <c:crossAx val="204213632"/>
        <c:delete val="0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 wrap="none" lIns="0" tIns="0" rIns="0" bIns="0" anchor="ctr" anchorCtr="1"/>
          <a:p>
            <a:pPr algn="l">
              <a:defRPr sz="1100" b="0" i="0" u="none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04213632"/>
        <c:scaling>
          <c:orientation val="minMax"/>
        </c:scaling>
        <c:axPos val="l"/>
        <c:crossAx val="236502016"/>
        <c:delete val="0"/>
        <c:numFmt formatCode="General" sourceLinked="1"/>
        <c:majorTickMark val="out"/>
        <c:minorTickMark val="none"/>
        <c:tickLblPos val="nextTo"/>
        <c:spPr>
          <a:noFill/>
          <a:ln w="9525">
            <a:noFill/>
          </a:ln>
          <a:effectLst/>
        </c:spPr>
        <c:txPr>
          <a:bodyPr rot="0" vert="horz" wrap="none" lIns="0" tIns="0" rIns="0" bIns="0" anchor="ctr" anchorCtr="1"/>
          <a:p>
            <a:pPr algn="l">
              <a:defRPr sz="11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pPr>
            <a:endParaRPr/>
          </a:p>
        </c:txPr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 w="9525">
          <a:noFill/>
        </a:ln>
        <a:effectLst/>
      </c:spPr>
      <c:txPr>
        <a:bodyPr rot="0" vert="horz" wrap="none" lIns="0" tIns="0" rIns="0" bIns="0" anchor="ctr" anchorCtr="1"/>
        <a:p>
          <a:pPr algn="l">
            <a:defRPr sz="1100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ea"/>
            </a:defRPr>
          </a:pPr>
          <a:endParaRPr/>
        </a:p>
      </c:txPr>
    </c:legend>
    <c:plotVisOnly val="0"/>
    <c:dispBlanksAs val="gap"/>
  </c:chart>
  <c:txPr>
    <a:bodyPr rot="0" vert="horz" wrap="none" lIns="0" tIns="0" rIns="0" bIns="0" anchor="ctr" anchorCtr="1"/>
    <a:p>
      <a:pPr algn="l">
        <a:defRPr b="0" i="0" u="none"/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3E78E12E-C71C-432C-B74C-9AA67AA1C721}" type="datetime1">
              <a:rPr lang="en-US"/>
              <a:pPr lvl="0">
                <a:defRPr/>
              </a:pPr>
              <a:t>8/17/2022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ko-KR" altLang="en-US" sz="1200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슬라이드 안내</a:t>
            </a:r>
            <a:r>
              <a:rPr lang="en-US" altLang="ko-KR" sz="1200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en-US" altLang="ko-KR" sz="1200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200" spc="100">
                <a:solidFill>
                  <a:schemeClr val="tx1"/>
                </a:solidFill>
                <a:latin typeface="맑은 고딕"/>
              </a:rPr>
              <a:t>-</a:t>
            </a:r>
            <a:r>
              <a:rPr lang="ko-KR" altLang="en-US" sz="1200" spc="100">
                <a:solidFill>
                  <a:schemeClr val="tx1"/>
                </a:solidFill>
                <a:latin typeface="맑은 고딕"/>
              </a:rPr>
              <a:t> </a:t>
            </a:r>
            <a:r>
              <a:rPr lang="ko-KR" altLang="en-US" sz="1200" spc="0">
                <a:solidFill>
                  <a:schemeClr val="tx1"/>
                </a:solidFill>
                <a:latin typeface="맑은 고딕"/>
              </a:rPr>
              <a:t>교사</a:t>
            </a:r>
            <a:r>
              <a:rPr lang="en-US" altLang="ko-KR" sz="1200" spc="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z="1200" spc="0">
                <a:solidFill>
                  <a:schemeClr val="tx1"/>
                </a:solidFill>
                <a:latin typeface="맑은 고딕"/>
              </a:rPr>
              <a:t> 학생</a:t>
            </a:r>
            <a:r>
              <a:rPr lang="en-US" altLang="ko-KR" sz="1200" spc="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z="1200" spc="0">
                <a:solidFill>
                  <a:schemeClr val="tx1"/>
                </a:solidFill>
                <a:latin typeface="맑은 고딕"/>
              </a:rPr>
              <a:t> 학부모가 위</a:t>
            </a:r>
            <a:r>
              <a:rPr lang="en-US" altLang="ko-KR" sz="1200" spc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sz="1200" spc="0">
                <a:solidFill>
                  <a:schemeClr val="tx1"/>
                </a:solidFill>
                <a:latin typeface="맑은 고딕"/>
              </a:rPr>
              <a:t>클래스에 대해 가장 궁금해하는 내용을 중심으로 구성하였습니다</a:t>
            </a:r>
            <a:r>
              <a:rPr lang="en-US" altLang="ko-KR" sz="1200" spc="0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 sz="1200" spc="100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 sz="1200" spc="100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-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교사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학생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학부모가 위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클래스를 이해하고 효과적으로 이용할 수 있는 방법을 소개하였습니다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. </a:t>
            </a:r>
            <a:endParaRPr lang="en-US" altLang="ko-KR" sz="120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&lt;</a:t>
            </a:r>
            <a:r>
              <a:rPr kumimoji="0" lang="ko-KR" altLang="en-US" sz="1200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kumimoji="0" lang="en-US" altLang="ko-KR" sz="1200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&gt;</a:t>
            </a:r>
            <a:endParaRPr kumimoji="0" lang="en-US" altLang="ko-KR" sz="1200" b="0" i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 학교 상황에 따라 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PPT 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내용을  수정</a:t>
            </a:r>
            <a:r>
              <a:rPr lang="ko-KR" altLang="en-US" sz="1200" b="0" i="0" u="none" strike="noStrike">
                <a:solidFill>
                  <a:schemeClr val="tx1"/>
                </a:solidFill>
                <a:latin typeface="함초롬바탕"/>
                <a:ea typeface="함초롬바탕"/>
              </a:rPr>
              <a:t>・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보완하여 활용할 수 있습니다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 sz="1200">
              <a:solidFill>
                <a:schemeClr val="tx1"/>
              </a:solidFill>
              <a:latin typeface="맑은 고딕"/>
            </a:endParaRPr>
          </a:p>
          <a:p>
            <a:pPr>
              <a:defRPr/>
            </a:pPr>
            <a:endParaRPr lang="ko-KR" altLang="en-US" sz="120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슬라이드 안내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en-US" altLang="ko-KR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(Wee)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의미와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(Wee)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프로젝트 체계에 대해 안내하기 위한 슬라이드입니다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en-US" altLang="ko-KR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활용 가이드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en-US" altLang="ko-KR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(Wee) 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클래스를 이해하기 위해 먼저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(Wee)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의미와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(Wee)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프로젝트 체계를 설명할 수 있습니다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ko-KR" altLang="en-US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&lt;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슬라이드 안내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&gt;</a:t>
            </a: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  상담실을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(Wee) 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클래스라고 부르는 이유와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(Wee) 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클래스가 학교에서 하는 역할을 설명하기</a:t>
            </a:r>
            <a:r>
              <a:rPr lang="ko-KR" altLang="en-US" b="0" i="0" u="none" strike="noStrike" spc="80">
                <a:solidFill>
                  <a:schemeClr val="tx1"/>
                </a:solidFill>
                <a:latin typeface="맑은 고딕"/>
                <a:cs typeface="+mn-cs"/>
              </a:rPr>
              <a:t> 위한 슬라이드입니다</a:t>
            </a:r>
            <a:r>
              <a:rPr lang="en-US" altLang="ko-KR" b="0" i="0" u="none" strike="noStrike" spc="80">
                <a:solidFill>
                  <a:schemeClr val="tx1"/>
                </a:solidFill>
                <a:latin typeface="맑은 고딕"/>
                <a:cs typeface="+mn-cs"/>
              </a:rPr>
              <a:t>. </a:t>
            </a:r>
            <a:endParaRPr lang="en-US" altLang="ko-KR" b="0" i="0" u="none" strike="noStrike" spc="8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&lt;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활용 가이드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&gt;</a:t>
            </a: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  선생님들에게 위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(Wee) 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클래스가 편안하고 안전한 학생 소통 공간이라는 것을 설명하고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,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 학교에서 학생들의 학교생활 적응을 도와주는 등의 </a:t>
            </a:r>
            <a:endParaRPr lang="ko-KR" altLang="en-US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  중요한 역할을 하고 있음을 안내할 수 있습니다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. </a:t>
            </a: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&lt;</a:t>
            </a:r>
            <a:r>
              <a:rPr kumimoji="0" lang="ko-KR" altLang="en-US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&gt;</a:t>
            </a:r>
            <a:endParaRPr kumimoji="0" lang="en-US" altLang="ko-KR" b="0" i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위</a:t>
            </a: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클래스를 운영하는 선생님을 소개하는 슬라이드입니다</a:t>
            </a: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endParaRPr kumimoji="0" lang="en-US" altLang="ko-KR" b="0" i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b="0" i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&lt;</a:t>
            </a:r>
            <a:r>
              <a:rPr kumimoji="0" lang="ko-KR" altLang="en-US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&gt;</a:t>
            </a:r>
            <a:endParaRPr kumimoji="0" lang="en-US" altLang="ko-KR" b="0" i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- </a:t>
            </a:r>
            <a:r>
              <a:rPr kumimoji="0" lang="ko-KR" altLang="en-US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위</a:t>
            </a: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 담당 선생님을 소개하는 내용으로 수정하여 활용할 수 있습니다</a:t>
            </a:r>
            <a:r>
              <a:rPr kumimoji="0" lang="en-US" altLang="ko-KR" b="0" i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endParaRPr kumimoji="0" lang="en-US" altLang="ko-KR" b="0" i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자격사항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/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경력사항 등 선생님의 전문성을 알리는데 필요한 내용으로 수정하여 활용할 수 있습니다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 이용 대상에 대해 설명하는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클래스는 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‘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우리학교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’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모든 학생이 이용 대상임을 안내합니다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교사 및 학부모도 이용할 수 있음을 안내합니다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선생님들이 학급에서 관찰을 통해 의뢰할 수 있는 </a:t>
            </a:r>
            <a:r>
              <a:rPr lang="ko-KR" altLang="en-US" baseline="0">
                <a:solidFill>
                  <a:schemeClr val="tx1"/>
                </a:solidFill>
                <a:latin typeface="맑은 고딕"/>
              </a:rPr>
              <a:t>상담 대상 학생을 보다 자세히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설명한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선생님들이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클래스에 의뢰할 수 있는 상담 대상에 대해 예시를 들어 설명할 수 있습니다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예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)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친구들에게 공격적으로 행동하는 학생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평소 지각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결석이 잦은 학생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매우 위축되어 있고 불안해보이는 학생 등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단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상담 대상 영역에 해당하는 학생들이 낙인이 되지 않도록 유의할 필요가 있습니다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sz="120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 운영 내용을 소개하는 슬라이드입니다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</a:t>
            </a:r>
            <a:endParaRPr kumimoji="0" lang="ko-KR" altLang="en-US" b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b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indent="0"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소속 학교에서 운영하는 실제 내용들을 설명할 수 있습니다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>
              <a:buFontTx/>
              <a:buNone/>
              <a:defRPr/>
            </a:pPr>
            <a:endParaRPr lang="en-US" altLang="ko-KR" sz="1200">
              <a:solidFill>
                <a:schemeClr val="tx1"/>
              </a:solidFill>
              <a:latin typeface="맑은 고딕"/>
            </a:endParaRPr>
          </a:p>
          <a:p>
            <a:pPr>
              <a:defRPr/>
            </a:pP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 운영 내용을 소개하는 슬라이드입니다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</a:t>
            </a:r>
            <a:endParaRPr kumimoji="0" lang="ko-KR" altLang="en-US" b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285750" marR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Char char="-"/>
              <a:defRPr/>
            </a:pP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소속 학교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클래스에서 실시 가능한 심리검사를 안내할 수 있습니다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>
              <a:defRPr/>
            </a:pPr>
            <a:endParaRPr lang="en-US" altLang="ko-KR" sz="1200" i="1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 운영 내용을 소개하는 슬라이드입니다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</a:t>
            </a:r>
            <a:endParaRPr kumimoji="0" lang="ko-KR" altLang="en-US" b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285750" marR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Char char="-"/>
              <a:defRPr/>
            </a:pP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소속 학교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클래스에서 실시 가능한 심리검사를 안내할 수 있습니다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>
              <a:defRPr/>
            </a:pPr>
            <a:endParaRPr lang="en-US" altLang="ko-KR" sz="1200" i="1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 상담 진행 과정에 대해 설명하는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 상담 진행 과정에 대해 안내하고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담임교사의 협조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출결확인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/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학생 및 학부모 상담동의 등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)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를 요청할 수 있습니다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   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285750" marR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Char char="-"/>
              <a:defRPr/>
            </a:pPr>
            <a:endParaRPr lang="en-US" altLang="ko-KR">
              <a:latin typeface="맑은 고딕"/>
            </a:endParaRPr>
          </a:p>
          <a:p>
            <a:pPr marL="285750" marR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Char char="-"/>
              <a:defRPr/>
            </a:pPr>
            <a:endParaRPr lang="en-US" altLang="ko-KR" sz="1200">
              <a:latin typeface="맑은 고딕"/>
            </a:endParaRPr>
          </a:p>
          <a:p>
            <a:pPr marL="285750" marR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Char char="-"/>
              <a:defRPr/>
            </a:pPr>
            <a:endParaRPr lang="ko-KR" altLang="en-US"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교사들에게 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‘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우리 학교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’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를 소개하는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i="0">
                <a:solidFill>
                  <a:schemeClr val="tx1"/>
                </a:solidFill>
                <a:latin typeface="맑은 고딕"/>
              </a:rPr>
              <a:t> 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선생님들에게 우리 학교 학생들이 가장 많이 호소하는 문제가 무엇인지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,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얼마나 많은 학생들이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클래스를 이용했는지 등을 설명하여</a:t>
            </a:r>
            <a:endParaRPr lang="ko-KR" altLang="en-US" i="0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i="0">
                <a:solidFill>
                  <a:schemeClr val="tx1"/>
                </a:solidFill>
                <a:latin typeface="맑은 고딕"/>
              </a:rPr>
              <a:t>  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</a:t>
            </a:r>
            <a:r>
              <a:rPr lang="ko-KR" altLang="en-US" i="0" baseline="0">
                <a:solidFill>
                  <a:schemeClr val="tx1"/>
                </a:solidFill>
                <a:latin typeface="맑은 고딕"/>
              </a:rPr>
              <a:t>를 이해하는데 도움을 줄 수 있습니다</a:t>
            </a:r>
            <a:r>
              <a:rPr lang="en-US" altLang="ko-KR" i="0" baseline="0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 i="0" baseline="0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 i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i="0">
                <a:solidFill>
                  <a:schemeClr val="tx1"/>
                </a:solidFill>
                <a:latin typeface="맑은 고딕"/>
              </a:rPr>
              <a:t> 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 상담 통계를 표나 그래프로 표현할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‘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우리학교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’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위치 안내 슬라이드입니다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endParaRPr kumimoji="0" lang="en-US" altLang="ko-KR" b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 상황에 맞게 내용 및 사진을 수정하여 활용할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 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상담실 위치를 사전에 인지하고 상담이 필요할 때 바로 찾아올 수 있도록 안내합니다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 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‘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우리학교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’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위치 안내 슬라이드입니다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endParaRPr kumimoji="0" lang="en-US" altLang="ko-KR" b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 상황에 맞게 내용 및 사진을 수정하여 활용할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 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상담실 위치를 사전에 인지하고 상담이 필요할 때 바로 찾아올 수 있도록 안내합니다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 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400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‘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우리학교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’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비대면상담 안내 슬라이드입니다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.</a:t>
            </a:r>
            <a:endParaRPr kumimoji="0" lang="en-US" altLang="ko-KR" b="0" u="none" strike="noStrike" kern="1200" cap="none" spc="0" normalizeH="0" baseline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 상황에 맞게 내용 및 사진을 수정하여 활용할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 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 spc="-100">
                <a:solidFill>
                  <a:schemeClr val="tx1"/>
                </a:solidFill>
                <a:latin typeface="맑은 고딕"/>
              </a:rPr>
              <a:t>소속 학교에서 이용하는</a:t>
            </a:r>
            <a:r>
              <a:rPr lang="en-US" altLang="ko-KR" i="0" spc="-100">
                <a:solidFill>
                  <a:schemeClr val="tx1"/>
                </a:solidFill>
                <a:latin typeface="맑은 고딕"/>
              </a:rPr>
              <a:t> </a:t>
            </a:r>
            <a:r>
              <a:rPr lang="ko-KR" altLang="en-US" i="0" spc="-100">
                <a:solidFill>
                  <a:schemeClr val="tx1"/>
                </a:solidFill>
                <a:latin typeface="맑은 고딕"/>
              </a:rPr>
              <a:t>비대면 상담매체</a:t>
            </a:r>
            <a:r>
              <a:rPr lang="en-US" altLang="ko-KR" i="0" spc="-100">
                <a:solidFill>
                  <a:schemeClr val="tx1"/>
                </a:solidFill>
                <a:latin typeface="맑은 고딕"/>
              </a:rPr>
              <a:t>, </a:t>
            </a:r>
            <a:r>
              <a:rPr lang="ko-KR" altLang="en-US" i="0" spc="-100">
                <a:solidFill>
                  <a:schemeClr val="tx1"/>
                </a:solidFill>
                <a:latin typeface="맑은 고딕"/>
              </a:rPr>
              <a:t>위</a:t>
            </a:r>
            <a:r>
              <a:rPr lang="en-US" altLang="ko-KR" i="0" spc="-10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 spc="-100">
                <a:solidFill>
                  <a:schemeClr val="tx1"/>
                </a:solidFill>
                <a:latin typeface="맑은 고딕"/>
              </a:rPr>
              <a:t>클래스 전화번호 및 내선번호 등을 안내하여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i="0">
                <a:solidFill>
                  <a:schemeClr val="tx1"/>
                </a:solidFill>
                <a:latin typeface="맑은 고딕"/>
              </a:rPr>
              <a:t>  대면상담 외에도 다양한 방법으로 상담이 진행되고 있음을 설명합니다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 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‘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우리학교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’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에서 운영하는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집단상담 프로그램을 안내하는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sz="140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 상담활동에 맞게 내용 및 사진을 수정하여 활용할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 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클래스에서 운영하는 다양한 집단상담 프로그램을 소개할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집단상담 운영 계획 및 신청 방법 등을 안내할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담임교사 도움이 필요한 내용을 알리고 협조를 요청할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i="0" baseline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‘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우리학교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’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에서 실시하는 심리검사를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안내하는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 상담활동에 맞게 내용 및 사진을 수정하여 활용할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학교에서 실시 가능한 심리검사 목록으로 수정하여 활용할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‘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우리학교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’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홍보활동 소개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</a:t>
            </a:r>
            <a:r>
              <a:rPr lang="en-US" altLang="ko-KR" i="0" spc="100">
                <a:solidFill>
                  <a:schemeClr val="tx1"/>
                </a:solidFill>
                <a:latin typeface="맑은 고딕"/>
              </a:rPr>
              <a:t> </a:t>
            </a:r>
            <a:r>
              <a:rPr lang="ko-KR" altLang="en-US" i="0" spc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 spc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 spc="0">
                <a:solidFill>
                  <a:schemeClr val="tx1"/>
                </a:solidFill>
                <a:latin typeface="맑은 고딕"/>
              </a:rPr>
              <a:t>클래스에서 진행한 홍보활동 사진 및 내용으로 수정하여 활용할 수 있습니다</a:t>
            </a:r>
            <a:r>
              <a:rPr lang="en-US" altLang="ko-KR" i="0" spc="0">
                <a:solidFill>
                  <a:schemeClr val="tx1"/>
                </a:solidFill>
                <a:latin typeface="맑은 고딕"/>
              </a:rPr>
              <a:t>.</a:t>
            </a:r>
            <a:r>
              <a:rPr lang="ko-KR" altLang="en-US" i="0" spc="100">
                <a:solidFill>
                  <a:schemeClr val="tx1"/>
                </a:solidFill>
                <a:latin typeface="맑은 고딕"/>
              </a:rPr>
              <a:t> </a:t>
            </a:r>
            <a:endParaRPr lang="ko-KR" altLang="en-US" i="0" spc="10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다양한 홍보활동 등에 대해 안내합니다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‘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우리학교 위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(Wee) 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클래스</a:t>
            </a:r>
            <a:r>
              <a:rPr kumimoji="0" lang="en-US" altLang="ko-KR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’</a:t>
            </a:r>
            <a:r>
              <a:rPr kumimoji="0" lang="ko-KR" altLang="en-US" b="0" u="none" strike="noStrike" kern="1200" cap="none" spc="0" normalizeH="0" baseline="0">
                <a:solidFill>
                  <a:schemeClr val="tx1"/>
                </a:solidFill>
                <a:latin typeface="맑은 고딕"/>
              </a:rPr>
              <a:t> 행사를 소개하는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소속 학교 위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클래스에서 진행한 행사활동 사진 및 내용을 수정하여 활용할 수 있습니다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i="0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i="0">
                <a:solidFill>
                  <a:schemeClr val="tx1"/>
                </a:solidFill>
                <a:latin typeface="맑은 고딕"/>
              </a:rPr>
              <a:t>다양한 행사활동 등에 대해 안내합니다</a:t>
            </a:r>
            <a:r>
              <a:rPr lang="en-US" altLang="ko-KR" i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i="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클래스 학생 사례를 연계할 수 있는 위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(Wee)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프로젝트 기관과 기타 지역 유관기관을   </a:t>
            </a: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안내하는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&lt;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활용 가이드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&gt;</a:t>
            </a: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  선생님들에게 위기학생을 연계 지원할 수 있는 외부 기관을 안내합니다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. </a:t>
            </a:r>
            <a:r>
              <a:rPr lang="ko-KR" altLang="en-US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특히 우리 학교에서 자주 연계하는 기관에 대해 설명합니다</a:t>
            </a:r>
            <a:r>
              <a:rPr lang="en-US" altLang="ko-KR" b="0" i="0" u="none" strike="noStrike" spc="-20">
                <a:solidFill>
                  <a:schemeClr val="tx1"/>
                </a:solidFill>
                <a:latin typeface="맑은 고딕"/>
                <a:cs typeface="+mn-cs"/>
              </a:rPr>
              <a:t>. </a:t>
            </a: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 b="0" i="0" u="none" strike="noStrike" spc="-20">
              <a:solidFill>
                <a:schemeClr val="tx1"/>
              </a:solidFill>
              <a:latin typeface="맑은 고딕"/>
              <a:cs typeface="+mn-cs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슬라이드 안내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>
                <a:solidFill>
                  <a:schemeClr val="tx1"/>
                </a:solidFill>
                <a:latin typeface="맑은 고딕"/>
              </a:rPr>
              <a:t>  담임교사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학부모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 학생이 협조해야 할 내용을 설명하는 슬라이드입니다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&lt;</a:t>
            </a:r>
            <a:r>
              <a:rPr lang="ko-KR" altLang="en-US">
                <a:solidFill>
                  <a:schemeClr val="tx1"/>
                </a:solidFill>
                <a:latin typeface="맑은 고딕"/>
              </a:rPr>
              <a:t>활용 가이드</a:t>
            </a:r>
            <a:r>
              <a:rPr lang="en-US" altLang="ko-KR">
                <a:solidFill>
                  <a:schemeClr val="tx1"/>
                </a:solidFill>
                <a:latin typeface="맑은 고딕"/>
              </a:rPr>
              <a:t>&gt;</a:t>
            </a:r>
            <a:endParaRPr lang="en-US" altLang="ko-KR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spc="0">
                <a:solidFill>
                  <a:schemeClr val="tx1"/>
                </a:solidFill>
                <a:latin typeface="맑은 고딕"/>
              </a:rPr>
              <a:t>상담 진행 과정에서 담임교사</a:t>
            </a:r>
            <a:r>
              <a:rPr lang="en-US" altLang="ko-KR" spc="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pc="0">
                <a:solidFill>
                  <a:schemeClr val="tx1"/>
                </a:solidFill>
                <a:latin typeface="맑은 고딕"/>
              </a:rPr>
              <a:t> 학부모</a:t>
            </a:r>
            <a:r>
              <a:rPr lang="en-US" altLang="ko-KR" spc="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pc="0">
                <a:solidFill>
                  <a:schemeClr val="tx1"/>
                </a:solidFill>
                <a:latin typeface="맑은 고딕"/>
              </a:rPr>
              <a:t> 학생이 협력관계를 형성하고 유지하는 것이 중요함을</a:t>
            </a:r>
            <a:r>
              <a:rPr lang="ko-KR" altLang="en-US" spc="100">
                <a:solidFill>
                  <a:schemeClr val="tx1"/>
                </a:solidFill>
                <a:latin typeface="맑은 고딕"/>
              </a:rPr>
              <a:t> 안내할 필요가 있습니다</a:t>
            </a:r>
            <a:r>
              <a:rPr lang="en-US" altLang="ko-KR" spc="10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spc="100">
              <a:solidFill>
                <a:schemeClr val="tx1"/>
              </a:solidFill>
              <a:latin typeface="맑은 고딕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>
                <a:solidFill>
                  <a:schemeClr val="tx1"/>
                </a:solidFill>
                <a:latin typeface="맑은 고딕"/>
              </a:rPr>
              <a:t>- </a:t>
            </a:r>
            <a:r>
              <a:rPr lang="ko-KR" altLang="en-US" spc="0">
                <a:solidFill>
                  <a:schemeClr val="tx1"/>
                </a:solidFill>
                <a:latin typeface="맑은 고딕"/>
              </a:rPr>
              <a:t>위</a:t>
            </a:r>
            <a:r>
              <a:rPr lang="en-US" altLang="ko-KR" spc="0">
                <a:solidFill>
                  <a:schemeClr val="tx1"/>
                </a:solidFill>
                <a:latin typeface="맑은 고딕"/>
              </a:rPr>
              <a:t>(Wee) </a:t>
            </a:r>
            <a:r>
              <a:rPr lang="ko-KR" altLang="en-US" spc="0">
                <a:solidFill>
                  <a:schemeClr val="tx1"/>
                </a:solidFill>
                <a:latin typeface="맑은 고딕"/>
              </a:rPr>
              <a:t>클래스 이용 시 담임교사</a:t>
            </a:r>
            <a:r>
              <a:rPr lang="en-US" altLang="ko-KR" spc="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pc="0">
                <a:solidFill>
                  <a:schemeClr val="tx1"/>
                </a:solidFill>
                <a:latin typeface="맑은 고딕"/>
              </a:rPr>
              <a:t> 학부모</a:t>
            </a:r>
            <a:r>
              <a:rPr lang="en-US" altLang="ko-KR" spc="0">
                <a:solidFill>
                  <a:schemeClr val="tx1"/>
                </a:solidFill>
                <a:latin typeface="맑은 고딕"/>
              </a:rPr>
              <a:t>,</a:t>
            </a:r>
            <a:r>
              <a:rPr lang="ko-KR" altLang="en-US" spc="0">
                <a:solidFill>
                  <a:schemeClr val="tx1"/>
                </a:solidFill>
                <a:latin typeface="맑은 고딕"/>
              </a:rPr>
              <a:t> 학생이 협조해야 할 사항을 안내할 필요가 있습니다</a:t>
            </a:r>
            <a:r>
              <a:rPr lang="en-US" altLang="ko-KR" spc="0">
                <a:solidFill>
                  <a:schemeClr val="tx1"/>
                </a:solidFill>
                <a:latin typeface="맑은 고딕"/>
              </a:rPr>
              <a:t>.</a:t>
            </a:r>
            <a:endParaRPr lang="en-US" altLang="ko-KR" spc="0">
              <a:solidFill>
                <a:schemeClr val="tx1"/>
              </a:solidFill>
              <a:latin typeface="맑은 고딕"/>
            </a:endParaRPr>
          </a:p>
          <a:p>
            <a:pPr marL="285750" marR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Char char="-"/>
              <a:defRPr/>
            </a:pPr>
            <a:endParaRPr lang="en-US" altLang="ko-KR" sz="1200">
              <a:solidFill>
                <a:schemeClr val="tx1"/>
              </a:solidFill>
              <a:latin typeface="맑은 고딕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200">
              <a:solidFill>
                <a:schemeClr val="tx1"/>
              </a:solidFill>
              <a:latin typeface="맑은 고딕"/>
            </a:endParaRPr>
          </a:p>
          <a:p>
            <a:pPr lvl="0">
              <a:defRPr/>
            </a:pP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2D4801D-F73E-4490-B143-FD15BAFF6739}" type="slidenum">
              <a:rPr lang="en-US"/>
              <a:pPr lvl="0"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2CC73-DC86-4E46-BE3E-854EA982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4550E1-D8C2-479F-9532-CED7A49BF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0779A8-829C-460B-A330-FCC83349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7E57E-5CC2-463F-B0AB-6395B1D8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9340A-374B-4465-BE11-4FB3AB7A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2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98A7E-D83A-407F-9744-6360B8FB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6E344C-780A-477E-A7D4-071E28244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B72078-E930-4E0C-9576-4AFBA91A2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7DEF8-07A3-4B9A-9583-EA608B11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40EA60-FF23-45C2-8F4A-97067F42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2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1703E-0572-499D-B8EA-D82631E4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B955E1-62BA-4A30-B762-15AB67EF0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D8AE4C-955D-48DB-B268-7D9DA94F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15061-E714-4993-B200-13290A8C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8CB1C6-ED94-4FAB-83EA-1DD9CD3F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91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DEB57-208E-431D-B3A6-241F8BC7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232369-166A-49F8-A868-F0A32E05A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875E7D-C0A2-471F-AE12-2A152DD17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B7ECA2-9AA1-46D3-895D-550C43D2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078C4A-EEBB-42E7-9110-0AC65D0E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FB37C3-66C0-431E-99EE-18D4C36D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13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5FE23-634D-40F4-ACE4-4B90BA8BA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3096F3-30A8-4AF2-8ABD-7B3F0DF08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5519C3-6A09-463A-9A27-C2D0610D9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83A9E2-FC79-43CE-9EE7-CAB64CD86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F9709E-6955-408A-820C-3F8B3F232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050D1E-7F97-4265-8AED-1F7320B7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3F4B21-F7E7-4E69-9C32-64A8BF43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FB8B70-DD6E-4330-85B3-F8FAD07E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7F1B3-E37C-4181-A92B-D6B3AC70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4B6A6E-27DB-452C-B551-178B3055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6B6B1D-C502-4A7E-B938-F2B2A590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336911-85C2-4831-9EC4-AD082618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37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B45FD9-1C22-4875-B3D1-1B190B3A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9989F0-F261-418E-B0CD-D7134940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1C88F4-9D23-4E54-B4A8-1D939FAD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93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4C759-7544-4A25-970F-FBA89CFD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7ACA39-2A6C-4EA7-8DBE-C6DE6D82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ACA938-BAEA-4ACA-9ABC-F993D4392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08CA6A-DE6E-4661-8E48-69899289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1E3009-F1CB-4ED0-A553-E2D11681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F597B-CA8A-4CFE-8670-F6DE30DD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79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21925-048A-4FA8-860C-870CFD2A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B74044-F595-4E7A-8634-E4851B2FC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5DB946-E1F1-4FAF-AE88-297782240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4EA8C1-365C-435F-A8B5-356DB921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7CBCEA-7B67-4893-9973-3E1896A2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27E15D-C257-4940-A8C2-9F9D7038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63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1BAAF-7A24-451E-AC8C-0F7B902D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360E77-1CD5-4337-9F30-FB905766E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F8DA1-18C9-48E5-8D36-D0445D29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19FFD8-FEDB-43EF-8980-FC2C6253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B1E122-41D9-4D0A-A1E9-C4D0B087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69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2F5C4A-E97D-44B7-B585-3B1C19A31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1F39CD-803F-4966-A094-644DBA4B2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A6700-6E11-4B2B-AF78-A04741C7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AF8315-35CA-402B-9AE2-C1444AEA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57BB91-55E0-4C46-8F0B-2E038902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7731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A7B49E-EA32-430D-A0F0-8C469FAF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999D26-7F01-4DA8-9040-27533527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E07B6-4705-476F-A5DB-12821A970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800B9-0713-4B0E-97EB-BDB0F6F0DFD1}" type="datetimeFigureOut">
              <a:rPr lang="ko-KR" altLang="en-US" smtClean="0"/>
              <a:t>2021-04-14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F2B29-4BFD-47AF-B00C-AD64F8792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1CF5FF-66D3-4EC5-8928-D33384224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CA238-FE86-4147-8496-B8729DB4E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63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.png"  /><Relationship Id="rId11" Type="http://schemas.microsoft.com/office/2007/relationships/hdphoto" Target="../embeddings/oleObject4.wdp"  /><Relationship Id="rId12" Type="http://schemas.openxmlformats.org/officeDocument/2006/relationships/image" Target="../media/image7.png"  /><Relationship Id="rId13" Type="http://schemas.microsoft.com/office/2007/relationships/hdphoto" Target="../embeddings/oleObject5.wdp"  /><Relationship Id="rId14" Type="http://schemas.openxmlformats.org/officeDocument/2006/relationships/image" Target="../media/image8.png"  /><Relationship Id="rId15" Type="http://schemas.microsoft.com/office/2007/relationships/hdphoto" Target="../embeddings/oleObject6.wdp"  /><Relationship Id="rId16" Type="http://schemas.openxmlformats.org/officeDocument/2006/relationships/image" Target="../media/image9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microsoft.com/office/2007/relationships/hdphoto" Target="../embeddings/oleObject1.wdp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microsoft.com/office/2007/relationships/hdphoto" Target="../embeddings/oleObject2.wdp"  /><Relationship Id="rId8" Type="http://schemas.openxmlformats.org/officeDocument/2006/relationships/image" Target="../media/image5.png"  /><Relationship Id="rId9" Type="http://schemas.microsoft.com/office/2007/relationships/hdphoto" Target="../embeddings/oleObject3.wdp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.png"  /><Relationship Id="rId11" Type="http://schemas.microsoft.com/office/2007/relationships/hdphoto" Target="../embeddings/oleObject4.wdp"  /><Relationship Id="rId12" Type="http://schemas.openxmlformats.org/officeDocument/2006/relationships/image" Target="../media/image7.png"  /><Relationship Id="rId13" Type="http://schemas.microsoft.com/office/2007/relationships/hdphoto" Target="../embeddings/oleObject5.wdp"  /><Relationship Id="rId14" Type="http://schemas.openxmlformats.org/officeDocument/2006/relationships/image" Target="../media/image8.png"  /><Relationship Id="rId15" Type="http://schemas.microsoft.com/office/2007/relationships/hdphoto" Target="../embeddings/oleObject6.wdp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2.png"  /><Relationship Id="rId4" Type="http://schemas.microsoft.com/office/2007/relationships/hdphoto" Target="../embeddings/oleObject1.wdp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microsoft.com/office/2007/relationships/hdphoto" Target="../embeddings/oleObject2.wdp"  /><Relationship Id="rId8" Type="http://schemas.openxmlformats.org/officeDocument/2006/relationships/image" Target="../media/image5.png"  /><Relationship Id="rId9" Type="http://schemas.microsoft.com/office/2007/relationships/hdphoto" Target="../embeddings/oleObject3.wdp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Relationship Id="rId6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5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9.png"  /><Relationship Id="rId11" Type="http://schemas.openxmlformats.org/officeDocument/2006/relationships/image" Target="../media/image20.png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6.png"  /><Relationship Id="rId4" Type="http://schemas.microsoft.com/office/2007/relationships/hdphoto" Target="../embeddings/oleObject7.wdp"  /><Relationship Id="rId5" Type="http://schemas.openxmlformats.org/officeDocument/2006/relationships/image" Target="../media/image17.png"  /><Relationship Id="rId6" Type="http://schemas.microsoft.com/office/2007/relationships/hdphoto" Target="../embeddings/oleObject8.wdp"  /><Relationship Id="rId7" Type="http://schemas.openxmlformats.org/officeDocument/2006/relationships/image" Target="../media/image6.png"  /><Relationship Id="rId8" Type="http://schemas.microsoft.com/office/2007/relationships/hdphoto" Target="../embeddings/oleObject4.wdp"  /><Relationship Id="rId9" Type="http://schemas.openxmlformats.org/officeDocument/2006/relationships/image" Target="../media/image1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0.png"  /><Relationship Id="rId4" Type="http://schemas.openxmlformats.org/officeDocument/2006/relationships/image" Target="../media/image3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Relationship Id="rId5" Type="http://schemas.openxmlformats.org/officeDocument/2006/relationships/image" Target="../media/image25.jpeg"  /><Relationship Id="rId6" Type="http://schemas.openxmlformats.org/officeDocument/2006/relationships/image" Target="../media/image26.jpeg"  /><Relationship Id="rId7" Type="http://schemas.openxmlformats.org/officeDocument/2006/relationships/image" Target="../media/image27.jpe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28.png"  /><Relationship Id="rId4" Type="http://schemas.openxmlformats.org/officeDocument/2006/relationships/image" Target="../media/image29.png"  /><Relationship Id="rId5" Type="http://schemas.openxmlformats.org/officeDocument/2006/relationships/image" Target="../media/image30.png"  /><Relationship Id="rId6" Type="http://schemas.openxmlformats.org/officeDocument/2006/relationships/image" Target="../media/image31.png"  /><Relationship Id="rId7" Type="http://schemas.openxmlformats.org/officeDocument/2006/relationships/image" Target="../media/image3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3.png"  /><Relationship Id="rId4" Type="http://schemas.openxmlformats.org/officeDocument/2006/relationships/chart" Target="../charts/chart1.xml"  /><Relationship Id="rId5" Type="http://schemas.openxmlformats.org/officeDocument/2006/relationships/image" Target="../media/image3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35.jpeg"  /><Relationship Id="rId4" Type="http://schemas.openxmlformats.org/officeDocument/2006/relationships/image" Target="../media/image36.jpeg"  /><Relationship Id="rId5" Type="http://schemas.openxmlformats.org/officeDocument/2006/relationships/image" Target="../media/image37.jpeg"  /><Relationship Id="rId6" Type="http://schemas.openxmlformats.org/officeDocument/2006/relationships/image" Target="../media/image38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39.png"  /><Relationship Id="rId4" Type="http://schemas.openxmlformats.org/officeDocument/2006/relationships/image" Target="../media/image40.jpe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43.jpeg"  /><Relationship Id="rId4" Type="http://schemas.openxmlformats.org/officeDocument/2006/relationships/image" Target="../media/image4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45.jpe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Relationship Id="rId5" Type="http://schemas.openxmlformats.org/officeDocument/2006/relationships/image" Target="../media/image50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9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0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.png"  /><Relationship Id="rId11" Type="http://schemas.microsoft.com/office/2007/relationships/hdphoto" Target="../embeddings/oleObject4.wdp"  /><Relationship Id="rId12" Type="http://schemas.openxmlformats.org/officeDocument/2006/relationships/image" Target="../media/image7.png"  /><Relationship Id="rId13" Type="http://schemas.microsoft.com/office/2007/relationships/hdphoto" Target="../embeddings/oleObject5.wdp"  /><Relationship Id="rId14" Type="http://schemas.openxmlformats.org/officeDocument/2006/relationships/image" Target="../media/image8.png"  /><Relationship Id="rId15" Type="http://schemas.microsoft.com/office/2007/relationships/hdphoto" Target="../embeddings/oleObject6.wdp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microsoft.com/office/2007/relationships/hdphoto" Target="../embeddings/oleObject1.wdp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microsoft.com/office/2007/relationships/hdphoto" Target="../embeddings/oleObject2.wdp"  /><Relationship Id="rId8" Type="http://schemas.openxmlformats.org/officeDocument/2006/relationships/image" Target="../media/image5.png"  /><Relationship Id="rId9" Type="http://schemas.microsoft.com/office/2007/relationships/hdphoto" Target="../embeddings/oleObject3.wdp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이등변 삼각형 41">
            <a:extLst>
              <a:ext uri="{FF2B5EF4-FFF2-40B4-BE49-F238E27FC236}">
                <a16:creationId xmlns:a16="http://schemas.microsoft.com/office/drawing/2014/main" id="{DF148184-31A7-4A02-95FC-1DD35CBE996F}"/>
              </a:ext>
            </a:extLst>
          </p:cNvPr>
          <p:cNvSpPr/>
          <p:nvPr/>
        </p:nvSpPr>
        <p:spPr>
          <a:xfrm flipV="1">
            <a:off x="-16573" y="-7"/>
            <a:ext cx="11464546" cy="4120381"/>
          </a:xfrm>
          <a:custGeom>
            <a:avLst/>
            <a:gdLst>
              <a:gd name="connsiteX0" fmla="*/ 0 w 9177146"/>
              <a:gd name="connsiteY0" fmla="*/ 2712222 h 2712222"/>
              <a:gd name="connsiteX1" fmla="*/ 4588573 w 9177146"/>
              <a:gd name="connsiteY1" fmla="*/ 0 h 2712222"/>
              <a:gd name="connsiteX2" fmla="*/ 9177146 w 9177146"/>
              <a:gd name="connsiteY2" fmla="*/ 2712222 h 2712222"/>
              <a:gd name="connsiteX3" fmla="*/ 0 w 9177146"/>
              <a:gd name="connsiteY3" fmla="*/ 2712222 h 2712222"/>
              <a:gd name="connsiteX0" fmla="*/ 8827 w 9185973"/>
              <a:gd name="connsiteY0" fmla="*/ 2737622 h 2737622"/>
              <a:gd name="connsiteX1" fmla="*/ 0 w 9185973"/>
              <a:gd name="connsiteY1" fmla="*/ 0 h 2737622"/>
              <a:gd name="connsiteX2" fmla="*/ 9185973 w 9185973"/>
              <a:gd name="connsiteY2" fmla="*/ 2737622 h 2737622"/>
              <a:gd name="connsiteX3" fmla="*/ 8827 w 9185973"/>
              <a:gd name="connsiteY3" fmla="*/ 2737622 h 27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85973" h="2737622">
                <a:moveTo>
                  <a:pt x="8827" y="2737622"/>
                </a:moveTo>
                <a:cubicBezTo>
                  <a:pt x="5885" y="1825081"/>
                  <a:pt x="2942" y="912541"/>
                  <a:pt x="0" y="0"/>
                </a:cubicBezTo>
                <a:lnTo>
                  <a:pt x="9185973" y="2737622"/>
                </a:lnTo>
                <a:lnTo>
                  <a:pt x="8827" y="2737622"/>
                </a:lnTo>
                <a:close/>
              </a:path>
            </a:pathLst>
          </a:custGeom>
          <a:pattFill prst="wdDnDiag">
            <a:fgClr>
              <a:srgbClr val="FFD13F"/>
            </a:fgClr>
            <a:bgClr>
              <a:srgbClr val="FFE18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6E85EE8-440D-47C3-8CEE-98415B629ED8}"/>
              </a:ext>
            </a:extLst>
          </p:cNvPr>
          <p:cNvGrpSpPr/>
          <p:nvPr/>
        </p:nvGrpSpPr>
        <p:grpSpPr>
          <a:xfrm>
            <a:off x="-16576" y="4120378"/>
            <a:ext cx="12208575" cy="2742925"/>
            <a:chOff x="-16574" y="4120378"/>
            <a:chExt cx="11018936" cy="2742925"/>
          </a:xfrm>
        </p:grpSpPr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6602009F-0AB8-4E1B-89C2-52BA6D57E116}"/>
                </a:ext>
              </a:extLst>
            </p:cNvPr>
            <p:cNvSpPr/>
            <p:nvPr/>
          </p:nvSpPr>
          <p:spPr>
            <a:xfrm>
              <a:off x="-16574" y="4120378"/>
              <a:ext cx="11002073" cy="2737622"/>
            </a:xfrm>
            <a:custGeom>
              <a:avLst/>
              <a:gdLst>
                <a:gd name="connsiteX0" fmla="*/ 0 w 9177146"/>
                <a:gd name="connsiteY0" fmla="*/ 2712222 h 2712222"/>
                <a:gd name="connsiteX1" fmla="*/ 4588573 w 9177146"/>
                <a:gd name="connsiteY1" fmla="*/ 0 h 2712222"/>
                <a:gd name="connsiteX2" fmla="*/ 9177146 w 9177146"/>
                <a:gd name="connsiteY2" fmla="*/ 2712222 h 2712222"/>
                <a:gd name="connsiteX3" fmla="*/ 0 w 9177146"/>
                <a:gd name="connsiteY3" fmla="*/ 2712222 h 2712222"/>
                <a:gd name="connsiteX0" fmla="*/ 8827 w 9185973"/>
                <a:gd name="connsiteY0" fmla="*/ 2737622 h 2737622"/>
                <a:gd name="connsiteX1" fmla="*/ 0 w 9185973"/>
                <a:gd name="connsiteY1" fmla="*/ 0 h 2737622"/>
                <a:gd name="connsiteX2" fmla="*/ 9185973 w 9185973"/>
                <a:gd name="connsiteY2" fmla="*/ 2737622 h 2737622"/>
                <a:gd name="connsiteX3" fmla="*/ 8827 w 9185973"/>
                <a:gd name="connsiteY3" fmla="*/ 2737622 h 273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85973" h="2737622">
                  <a:moveTo>
                    <a:pt x="8827" y="2737622"/>
                  </a:moveTo>
                  <a:cubicBezTo>
                    <a:pt x="5885" y="1825081"/>
                    <a:pt x="2942" y="912541"/>
                    <a:pt x="0" y="0"/>
                  </a:cubicBezTo>
                  <a:lnTo>
                    <a:pt x="9185973" y="2737622"/>
                  </a:lnTo>
                  <a:lnTo>
                    <a:pt x="8827" y="2737622"/>
                  </a:lnTo>
                  <a:close/>
                </a:path>
              </a:pathLst>
            </a:cu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FF11A0EC-ABAC-482F-AFE0-42B801B36096}"/>
                </a:ext>
              </a:extLst>
            </p:cNvPr>
            <p:cNvSpPr/>
            <p:nvPr/>
          </p:nvSpPr>
          <p:spPr>
            <a:xfrm>
              <a:off x="-8604" y="6707678"/>
              <a:ext cx="11010966" cy="155625"/>
            </a:xfrm>
            <a:custGeom>
              <a:avLst/>
              <a:gdLst>
                <a:gd name="connsiteX0" fmla="*/ 0 w 10992102"/>
                <a:gd name="connsiteY0" fmla="*/ 0 h 155625"/>
                <a:gd name="connsiteX1" fmla="*/ 10366670 w 10992102"/>
                <a:gd name="connsiteY1" fmla="*/ 0 h 155625"/>
                <a:gd name="connsiteX2" fmla="*/ 10992102 w 10992102"/>
                <a:gd name="connsiteY2" fmla="*/ 155625 h 155625"/>
                <a:gd name="connsiteX3" fmla="*/ 601 w 10992102"/>
                <a:gd name="connsiteY3" fmla="*/ 155625 h 15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2102" h="155625">
                  <a:moveTo>
                    <a:pt x="0" y="0"/>
                  </a:moveTo>
                  <a:lnTo>
                    <a:pt x="10366670" y="0"/>
                  </a:lnTo>
                  <a:lnTo>
                    <a:pt x="10992102" y="155625"/>
                  </a:lnTo>
                  <a:lnTo>
                    <a:pt x="601" y="155625"/>
                  </a:lnTo>
                  <a:close/>
                </a:path>
              </a:pathLst>
            </a:custGeom>
            <a:solidFill>
              <a:srgbClr val="788B31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D6B6510-E86C-4D78-899E-BAAAE0DCE491}"/>
              </a:ext>
            </a:extLst>
          </p:cNvPr>
          <p:cNvGrpSpPr/>
          <p:nvPr/>
        </p:nvGrpSpPr>
        <p:grpSpPr>
          <a:xfrm>
            <a:off x="8150271" y="5469733"/>
            <a:ext cx="3355237" cy="1242584"/>
            <a:chOff x="2106641" y="5571850"/>
            <a:chExt cx="3472873" cy="12861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F4C68E3-FB93-4E93-B183-821FB5785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858" r="17172"/>
            <a:stretch/>
          </p:blipFill>
          <p:spPr>
            <a:xfrm>
              <a:off x="3261187" y="5571850"/>
              <a:ext cx="1348509" cy="12861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8159E04-F8C9-450D-A78B-B27FC27493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67" r="-4637"/>
            <a:stretch/>
          </p:blipFill>
          <p:spPr>
            <a:xfrm>
              <a:off x="4231005" y="5571850"/>
              <a:ext cx="1348509" cy="128615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6F3BF86-BBFE-4224-9B3F-DD64673718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66" r="61864"/>
            <a:stretch/>
          </p:blipFill>
          <p:spPr>
            <a:xfrm>
              <a:off x="2106641" y="5571850"/>
              <a:ext cx="1348509" cy="1286150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A728BDE6-3513-4788-A6C0-92D0C7B6A7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7" b="89738" l="1142" r="97146">
                        <a14:foregroundMark x1="685" y1="52838" x2="18950" y2="60699"/>
                        <a14:foregroundMark x1="18950" y1="60699" x2="7078" y2="56114"/>
                        <a14:foregroundMark x1="3196" y1="55677" x2="1142" y2="53275"/>
                        <a14:foregroundMark x1="9932" y1="57424" x2="29224" y2="68559"/>
                        <a14:foregroundMark x1="29224" y1="68559" x2="39384" y2="69869"/>
                        <a14:foregroundMark x1="39384" y1="69869" x2="57763" y2="81004"/>
                        <a14:foregroundMark x1="57763" y1="81004" x2="92694" y2="65066"/>
                        <a14:foregroundMark x1="92694" y1="65066" x2="90525" y2="56987"/>
                        <a14:foregroundMark x1="97374" y1="59607" x2="97374" y2="63755"/>
                        <a14:foregroundMark x1="44635" y1="8515" x2="36872" y2="3930"/>
                        <a14:foregroundMark x1="37557" y1="8079" x2="37100" y2="437"/>
                        <a14:foregroundMark x1="40639" y1="5459" x2="39269" y2="4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71"/>
          <a:stretch/>
        </p:blipFill>
        <p:spPr>
          <a:xfrm>
            <a:off x="-7746" y="2092492"/>
            <a:ext cx="6054255" cy="3563418"/>
          </a:xfrm>
          <a:prstGeom prst="rect">
            <a:avLst/>
          </a:prstGeom>
        </p:spPr>
      </p:pic>
      <p:grpSp>
        <p:nvGrpSpPr>
          <p:cNvPr id="86" name="그룹 85">
            <a:extLst>
              <a:ext uri="{FF2B5EF4-FFF2-40B4-BE49-F238E27FC236}">
                <a16:creationId xmlns:a16="http://schemas.microsoft.com/office/drawing/2014/main" id="{1C2B7979-4893-45AD-A2A6-71A4A8C9AD23}"/>
              </a:ext>
            </a:extLst>
          </p:cNvPr>
          <p:cNvGrpSpPr/>
          <p:nvPr/>
        </p:nvGrpSpPr>
        <p:grpSpPr>
          <a:xfrm>
            <a:off x="307884" y="552450"/>
            <a:ext cx="2977299" cy="2165479"/>
            <a:chOff x="48003" y="523267"/>
            <a:chExt cx="3147708" cy="2289423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6087ED1-453F-4F48-9EDA-1CBFA34089EF}"/>
                </a:ext>
              </a:extLst>
            </p:cNvPr>
            <p:cNvGrpSpPr/>
            <p:nvPr/>
          </p:nvGrpSpPr>
          <p:grpSpPr>
            <a:xfrm>
              <a:off x="488163" y="1411339"/>
              <a:ext cx="402787" cy="402787"/>
              <a:chOff x="5127765" y="2358177"/>
              <a:chExt cx="865200" cy="865200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BC492BEE-1C97-4EC7-BF8E-EE97D0915EF8}"/>
                  </a:ext>
                </a:extLst>
              </p:cNvPr>
              <p:cNvSpPr/>
              <p:nvPr/>
            </p:nvSpPr>
            <p:spPr>
              <a:xfrm>
                <a:off x="5127765" y="2358177"/>
                <a:ext cx="865200" cy="865200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A138E24E-B782-4637-AAFF-B492F34FC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72759" y="2403172"/>
                <a:ext cx="775218" cy="775218"/>
              </a:xfrm>
              <a:prstGeom prst="rect">
                <a:avLst/>
              </a:prstGeom>
            </p:spPr>
          </p:pic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E2F1FC2-229F-4EBE-B7FE-4B195B003716}"/>
                </a:ext>
              </a:extLst>
            </p:cNvPr>
            <p:cNvGrpSpPr/>
            <p:nvPr/>
          </p:nvGrpSpPr>
          <p:grpSpPr>
            <a:xfrm>
              <a:off x="2328891" y="653473"/>
              <a:ext cx="380589" cy="380589"/>
              <a:chOff x="4121992" y="1948392"/>
              <a:chExt cx="865200" cy="865201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6C040F8E-3E8B-4C9E-92C4-31535BDF6C04}"/>
                  </a:ext>
                </a:extLst>
              </p:cNvPr>
              <p:cNvSpPr/>
              <p:nvPr/>
            </p:nvSpPr>
            <p:spPr>
              <a:xfrm>
                <a:off x="4121992" y="1948392"/>
                <a:ext cx="865200" cy="865201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310292F2-7BE5-44AC-80BC-C6D01D736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08525" y="2050103"/>
                <a:ext cx="680400" cy="680398"/>
              </a:xfrm>
              <a:prstGeom prst="rect">
                <a:avLst/>
              </a:prstGeom>
            </p:spPr>
          </p:pic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5D0A9B0C-9F40-4CBA-961D-242D01437D6B}"/>
                </a:ext>
              </a:extLst>
            </p:cNvPr>
            <p:cNvGrpSpPr/>
            <p:nvPr/>
          </p:nvGrpSpPr>
          <p:grpSpPr>
            <a:xfrm>
              <a:off x="2704747" y="1420468"/>
              <a:ext cx="490964" cy="490964"/>
              <a:chOff x="5093534" y="1948390"/>
              <a:chExt cx="865200" cy="865200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A153F77-D940-46B2-88FD-E031AA46C8F4}"/>
                  </a:ext>
                </a:extLst>
              </p:cNvPr>
              <p:cNvSpPr/>
              <p:nvPr/>
            </p:nvSpPr>
            <p:spPr>
              <a:xfrm>
                <a:off x="5093534" y="1948390"/>
                <a:ext cx="865200" cy="865200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1F827451-1ED0-4AEA-87C0-B1D3CC5EC6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08220" y="2063079"/>
                <a:ext cx="712026" cy="712026"/>
              </a:xfrm>
              <a:prstGeom prst="rect">
                <a:avLst/>
              </a:prstGeom>
            </p:spPr>
          </p:pic>
        </p:grp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3875E3F9-E2D3-4A32-9F92-D912B8C6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089" y="1285131"/>
              <a:ext cx="333520" cy="333520"/>
            </a:xfrm>
            <a:prstGeom prst="rect">
              <a:avLst/>
            </a:prstGeom>
          </p:spPr>
        </p:pic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19130B98-C581-4FA3-8C16-0101567C9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808" y="2492600"/>
              <a:ext cx="320090" cy="320090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C436DFC8-7A56-4562-9263-961B11A47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282" y="545460"/>
              <a:ext cx="380589" cy="380589"/>
            </a:xfrm>
            <a:prstGeom prst="rect">
              <a:avLst/>
            </a:prstGeom>
          </p:spPr>
        </p:pic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707CB60-FE5E-466B-9A13-A4D87989B887}"/>
                </a:ext>
              </a:extLst>
            </p:cNvPr>
            <p:cNvSpPr/>
            <p:nvPr/>
          </p:nvSpPr>
          <p:spPr>
            <a:xfrm>
              <a:off x="1145282" y="1832302"/>
              <a:ext cx="324313" cy="324313"/>
            </a:xfrm>
            <a:prstGeom prst="ellipse">
              <a:avLst/>
            </a:prstGeom>
            <a:solidFill>
              <a:srgbClr val="FFC000">
                <a:alpha val="4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D8321407-9D5D-4EA8-968B-FF258C0BEA3B}"/>
                </a:ext>
              </a:extLst>
            </p:cNvPr>
            <p:cNvSpPr/>
            <p:nvPr/>
          </p:nvSpPr>
          <p:spPr>
            <a:xfrm>
              <a:off x="48003" y="2034434"/>
              <a:ext cx="259882" cy="259882"/>
            </a:xfrm>
            <a:prstGeom prst="ellipse">
              <a:avLst/>
            </a:prstGeom>
            <a:solidFill>
              <a:srgbClr val="FFC000">
                <a:alpha val="5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29C3574-A602-4E3A-B012-BB94E644FBBE}"/>
                </a:ext>
              </a:extLst>
            </p:cNvPr>
            <p:cNvSpPr/>
            <p:nvPr/>
          </p:nvSpPr>
          <p:spPr>
            <a:xfrm>
              <a:off x="307884" y="706147"/>
              <a:ext cx="241655" cy="241655"/>
            </a:xfrm>
            <a:prstGeom prst="ellipse">
              <a:avLst/>
            </a:prstGeom>
            <a:solidFill>
              <a:srgbClr val="FFC000">
                <a:alpha val="4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AB7D0995-C92E-4DA7-98A4-6BDF4872EEFF}"/>
                </a:ext>
              </a:extLst>
            </p:cNvPr>
            <p:cNvSpPr/>
            <p:nvPr/>
          </p:nvSpPr>
          <p:spPr>
            <a:xfrm>
              <a:off x="1876802" y="523267"/>
              <a:ext cx="229059" cy="229059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31BBDB06-B5F1-444F-BF2E-D2FF54A5CCEA}"/>
                </a:ext>
              </a:extLst>
            </p:cNvPr>
            <p:cNvSpPr/>
            <p:nvPr/>
          </p:nvSpPr>
          <p:spPr>
            <a:xfrm>
              <a:off x="2512069" y="2101810"/>
              <a:ext cx="229197" cy="229197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2AA44290-2A2A-4B28-95E7-009C9C7FAB85}"/>
              </a:ext>
            </a:extLst>
          </p:cNvPr>
          <p:cNvSpPr txBox="1"/>
          <p:nvPr/>
        </p:nvSpPr>
        <p:spPr>
          <a:xfrm>
            <a:off x="7056583" y="2685006"/>
            <a:ext cx="485849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4000" spc="-3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우리 학교 선생님을 위한 </a:t>
            </a:r>
            <a:endParaRPr lang="en-US" altLang="ko-KR" sz="4000" spc="-3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9E12E33-E7EB-4012-A94A-B1BD490E4252}"/>
              </a:ext>
            </a:extLst>
          </p:cNvPr>
          <p:cNvSpPr txBox="1"/>
          <p:nvPr/>
        </p:nvSpPr>
        <p:spPr>
          <a:xfrm>
            <a:off x="7175577" y="3203471"/>
            <a:ext cx="4767209" cy="1234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5400" dirty="0">
                <a:solidFill>
                  <a:srgbClr val="F36821"/>
                </a:solidFill>
                <a:latin typeface="+mj-ea"/>
                <a:ea typeface="+mj-ea"/>
              </a:rPr>
              <a:t>위</a:t>
            </a:r>
            <a:r>
              <a:rPr lang="en-US" altLang="ko-KR" sz="5400" dirty="0">
                <a:solidFill>
                  <a:srgbClr val="F36821"/>
                </a:solidFill>
                <a:latin typeface="+mj-ea"/>
                <a:ea typeface="+mj-ea"/>
              </a:rPr>
              <a:t>(Wee) </a:t>
            </a:r>
            <a:r>
              <a:rPr lang="ko-KR" altLang="en-US" sz="5400" dirty="0">
                <a:solidFill>
                  <a:srgbClr val="F36821"/>
                </a:solidFill>
                <a:latin typeface="+mj-ea"/>
                <a:ea typeface="+mj-ea"/>
              </a:rPr>
              <a:t>클래스</a:t>
            </a:r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125BCA63-95CC-4244-8598-B561457667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8540" y="309503"/>
            <a:ext cx="1546827" cy="73220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1E43A4B-03A2-4614-9855-453A5A4D9887}"/>
              </a:ext>
            </a:extLst>
          </p:cNvPr>
          <p:cNvSpPr txBox="1"/>
          <p:nvPr/>
        </p:nvSpPr>
        <p:spPr>
          <a:xfrm>
            <a:off x="7047347" y="2168057"/>
            <a:ext cx="485849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3600" spc="-150" dirty="0">
                <a:solidFill>
                  <a:schemeClr val="bg1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한눈에 알아보는</a:t>
            </a:r>
            <a:endParaRPr lang="en-US" altLang="ko-KR" sz="3600" spc="-150" dirty="0">
              <a:solidFill>
                <a:schemeClr val="bg1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22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AAEFBEF-0A5B-418D-8D0D-04E2E99E5D90}"/>
              </a:ext>
            </a:extLst>
          </p:cNvPr>
          <p:cNvSpPr/>
          <p:nvPr/>
        </p:nvSpPr>
        <p:spPr>
          <a:xfrm>
            <a:off x="-32650" y="-6818"/>
            <a:ext cx="6091188" cy="6864818"/>
          </a:xfrm>
          <a:prstGeom prst="rect">
            <a:avLst/>
          </a:prstGeom>
          <a:pattFill prst="wdDnDiag">
            <a:fgClr>
              <a:srgbClr val="FFD13F"/>
            </a:fgClr>
            <a:bgClr>
              <a:srgbClr val="FFE18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B3F4C9F-E70D-49F2-BB9F-7D563C3CACAF}"/>
              </a:ext>
            </a:extLst>
          </p:cNvPr>
          <p:cNvGrpSpPr/>
          <p:nvPr/>
        </p:nvGrpSpPr>
        <p:grpSpPr>
          <a:xfrm>
            <a:off x="-35357" y="2684964"/>
            <a:ext cx="5045507" cy="4207083"/>
            <a:chOff x="-35357" y="3444389"/>
            <a:chExt cx="4134737" cy="3447658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D471B36E-BF3A-4BDA-977A-02F0B805B5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37" b="89738" l="1142" r="97146">
                          <a14:foregroundMark x1="685" y1="52838" x2="18950" y2="60699"/>
                          <a14:foregroundMark x1="18950" y1="60699" x2="7078" y2="56114"/>
                          <a14:foregroundMark x1="3196" y1="55677" x2="1142" y2="53275"/>
                          <a14:foregroundMark x1="9932" y1="57424" x2="29224" y2="68559"/>
                          <a14:foregroundMark x1="29224" y1="68559" x2="39384" y2="69869"/>
                          <a14:foregroundMark x1="39384" y1="69869" x2="57763" y2="81004"/>
                          <a14:foregroundMark x1="57763" y1="81004" x2="92694" y2="65066"/>
                          <a14:foregroundMark x1="92694" y1="65066" x2="90525" y2="56987"/>
                          <a14:foregroundMark x1="97374" y1="59607" x2="97374" y2="63755"/>
                          <a14:foregroundMark x1="44635" y1="8515" x2="36872" y2="3930"/>
                          <a14:foregroundMark x1="37557" y1="8079" x2="37100" y2="437"/>
                          <a14:foregroundMark x1="40639" y1="5459" x2="39269" y2="43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71"/>
            <a:stretch/>
          </p:blipFill>
          <p:spPr>
            <a:xfrm>
              <a:off x="-35357" y="4458420"/>
              <a:ext cx="4134737" cy="2433627"/>
            </a:xfrm>
            <a:prstGeom prst="rect">
              <a:avLst/>
            </a:prstGeom>
          </p:spPr>
        </p:pic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ADFBA1E2-333F-4B2A-90DF-C36E74C19CDE}"/>
                </a:ext>
              </a:extLst>
            </p:cNvPr>
            <p:cNvGrpSpPr/>
            <p:nvPr/>
          </p:nvGrpSpPr>
          <p:grpSpPr>
            <a:xfrm>
              <a:off x="0" y="3444389"/>
              <a:ext cx="2033338" cy="1478908"/>
              <a:chOff x="48003" y="523267"/>
              <a:chExt cx="3147708" cy="2289423"/>
            </a:xfrm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D4145ABF-F256-47D9-B024-C749C73C93E1}"/>
                  </a:ext>
                </a:extLst>
              </p:cNvPr>
              <p:cNvGrpSpPr/>
              <p:nvPr/>
            </p:nvGrpSpPr>
            <p:grpSpPr>
              <a:xfrm>
                <a:off x="488163" y="1411339"/>
                <a:ext cx="402787" cy="402787"/>
                <a:chOff x="5127765" y="2358177"/>
                <a:chExt cx="865200" cy="865200"/>
              </a:xfrm>
            </p:grpSpPr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D99573D3-3CE8-4573-BA68-D4C93E6C8FCC}"/>
                    </a:ext>
                  </a:extLst>
                </p:cNvPr>
                <p:cNvSpPr/>
                <p:nvPr/>
              </p:nvSpPr>
              <p:spPr>
                <a:xfrm>
                  <a:off x="5127765" y="2358177"/>
                  <a:ext cx="865200" cy="865200"/>
                </a:xfrm>
                <a:prstGeom prst="ellipse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pic>
              <p:nvPicPr>
                <p:cNvPr id="101" name="그림 100">
                  <a:extLst>
                    <a:ext uri="{FF2B5EF4-FFF2-40B4-BE49-F238E27FC236}">
                      <a16:creationId xmlns:a16="http://schemas.microsoft.com/office/drawing/2014/main" id="{5BD3A513-77F8-46CC-A0C8-098B1493F7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biLevel thresh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72759" y="2403172"/>
                  <a:ext cx="775218" cy="775218"/>
                </a:xfrm>
                <a:prstGeom prst="rect">
                  <a:avLst/>
                </a:prstGeom>
              </p:spPr>
            </p:pic>
          </p:grpSp>
          <p:grpSp>
            <p:nvGrpSpPr>
              <p:cNvPr id="86" name="그룹 85">
                <a:extLst>
                  <a:ext uri="{FF2B5EF4-FFF2-40B4-BE49-F238E27FC236}">
                    <a16:creationId xmlns:a16="http://schemas.microsoft.com/office/drawing/2014/main" id="{578DC2B9-1C4E-4902-9703-5BDB9A7F2B63}"/>
                  </a:ext>
                </a:extLst>
              </p:cNvPr>
              <p:cNvGrpSpPr/>
              <p:nvPr/>
            </p:nvGrpSpPr>
            <p:grpSpPr>
              <a:xfrm>
                <a:off x="2328891" y="653473"/>
                <a:ext cx="380589" cy="380589"/>
                <a:chOff x="4121992" y="1948392"/>
                <a:chExt cx="865200" cy="865201"/>
              </a:xfrm>
            </p:grpSpPr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0691DF50-5D6B-4069-89D4-60D794709687}"/>
                    </a:ext>
                  </a:extLst>
                </p:cNvPr>
                <p:cNvSpPr/>
                <p:nvPr/>
              </p:nvSpPr>
              <p:spPr>
                <a:xfrm>
                  <a:off x="4121992" y="1948392"/>
                  <a:ext cx="865200" cy="865201"/>
                </a:xfrm>
                <a:prstGeom prst="ellipse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pic>
              <p:nvPicPr>
                <p:cNvPr id="99" name="그림 98">
                  <a:extLst>
                    <a:ext uri="{FF2B5EF4-FFF2-40B4-BE49-F238E27FC236}">
                      <a16:creationId xmlns:a16="http://schemas.microsoft.com/office/drawing/2014/main" id="{0E854FDE-B937-4BE5-97DF-3B3DF39D6F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08525" y="2050103"/>
                  <a:ext cx="680400" cy="680398"/>
                </a:xfrm>
                <a:prstGeom prst="rect">
                  <a:avLst/>
                </a:prstGeom>
              </p:spPr>
            </p:pic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345F8C4F-663A-48A7-918D-4556506D9185}"/>
                  </a:ext>
                </a:extLst>
              </p:cNvPr>
              <p:cNvGrpSpPr/>
              <p:nvPr/>
            </p:nvGrpSpPr>
            <p:grpSpPr>
              <a:xfrm>
                <a:off x="2704747" y="1420468"/>
                <a:ext cx="490964" cy="490964"/>
                <a:chOff x="5093534" y="1948390"/>
                <a:chExt cx="865200" cy="865200"/>
              </a:xfrm>
            </p:grpSpPr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61CA2B60-63F1-4E2E-A74B-2EEA7ACAFDC1}"/>
                    </a:ext>
                  </a:extLst>
                </p:cNvPr>
                <p:cNvSpPr/>
                <p:nvPr/>
              </p:nvSpPr>
              <p:spPr>
                <a:xfrm>
                  <a:off x="5093534" y="1948390"/>
                  <a:ext cx="865200" cy="865200"/>
                </a:xfrm>
                <a:prstGeom prst="ellipse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pic>
              <p:nvPicPr>
                <p:cNvPr id="97" name="그림 96">
                  <a:extLst>
                    <a:ext uri="{FF2B5EF4-FFF2-40B4-BE49-F238E27FC236}">
                      <a16:creationId xmlns:a16="http://schemas.microsoft.com/office/drawing/2014/main" id="{F603E58C-7D19-4578-943A-E5B0C02FA2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08220" y="2063079"/>
                  <a:ext cx="712026" cy="712026"/>
                </a:xfrm>
                <a:prstGeom prst="rect">
                  <a:avLst/>
                </a:prstGeom>
              </p:spPr>
            </p:pic>
          </p:grpSp>
          <p:pic>
            <p:nvPicPr>
              <p:cNvPr id="88" name="그림 87">
                <a:extLst>
                  <a:ext uri="{FF2B5EF4-FFF2-40B4-BE49-F238E27FC236}">
                    <a16:creationId xmlns:a16="http://schemas.microsoft.com/office/drawing/2014/main" id="{A0BCDD3D-0BC2-4470-BFB2-17F2BB0B0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77089" y="1285131"/>
                <a:ext cx="333520" cy="333520"/>
              </a:xfrm>
              <a:prstGeom prst="rect">
                <a:avLst/>
              </a:prstGeom>
            </p:spPr>
          </p:pic>
          <p:pic>
            <p:nvPicPr>
              <p:cNvPr id="89" name="그림 88">
                <a:extLst>
                  <a:ext uri="{FF2B5EF4-FFF2-40B4-BE49-F238E27FC236}">
                    <a16:creationId xmlns:a16="http://schemas.microsoft.com/office/drawing/2014/main" id="{B0B9820F-0160-45B1-B2F0-22390F3F7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8808" y="2492600"/>
                <a:ext cx="320090" cy="320090"/>
              </a:xfrm>
              <a:prstGeom prst="rect">
                <a:avLst/>
              </a:prstGeom>
            </p:spPr>
          </p:pic>
          <p:pic>
            <p:nvPicPr>
              <p:cNvPr id="90" name="그림 89">
                <a:extLst>
                  <a:ext uri="{FF2B5EF4-FFF2-40B4-BE49-F238E27FC236}">
                    <a16:creationId xmlns:a16="http://schemas.microsoft.com/office/drawing/2014/main" id="{0869476F-278E-41AF-B6F8-A934EA1F2A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282" y="545460"/>
                <a:ext cx="380589" cy="380589"/>
              </a:xfrm>
              <a:prstGeom prst="rect">
                <a:avLst/>
              </a:prstGeom>
            </p:spPr>
          </p:pic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8FF6F392-00B2-423E-A9D1-14BF6C9ABE98}"/>
                  </a:ext>
                </a:extLst>
              </p:cNvPr>
              <p:cNvSpPr/>
              <p:nvPr/>
            </p:nvSpPr>
            <p:spPr>
              <a:xfrm>
                <a:off x="1145282" y="1832302"/>
                <a:ext cx="324313" cy="324313"/>
              </a:xfrm>
              <a:prstGeom prst="ellipse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061A0F8E-D134-429E-9160-A3C9F6BCDE2D}"/>
                  </a:ext>
                </a:extLst>
              </p:cNvPr>
              <p:cNvSpPr/>
              <p:nvPr/>
            </p:nvSpPr>
            <p:spPr>
              <a:xfrm>
                <a:off x="48003" y="2034434"/>
                <a:ext cx="259882" cy="259882"/>
              </a:xfrm>
              <a:prstGeom prst="ellipse">
                <a:avLst/>
              </a:prstGeom>
              <a:solidFill>
                <a:srgbClr val="FFC000">
                  <a:alpha val="5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1C5C4878-7C21-4706-B585-A7CC1274BA32}"/>
                  </a:ext>
                </a:extLst>
              </p:cNvPr>
              <p:cNvSpPr/>
              <p:nvPr/>
            </p:nvSpPr>
            <p:spPr>
              <a:xfrm>
                <a:off x="307884" y="706147"/>
                <a:ext cx="241655" cy="241655"/>
              </a:xfrm>
              <a:prstGeom prst="ellipse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EC2B36C6-809D-41C0-B851-9ADE74E2BFFE}"/>
                  </a:ext>
                </a:extLst>
              </p:cNvPr>
              <p:cNvSpPr/>
              <p:nvPr/>
            </p:nvSpPr>
            <p:spPr>
              <a:xfrm>
                <a:off x="1876802" y="523267"/>
                <a:ext cx="229059" cy="229059"/>
              </a:xfrm>
              <a:prstGeom prst="ellipse">
                <a:avLst/>
              </a:prstGeom>
              <a:solidFill>
                <a:srgbClr val="FFC000">
                  <a:alpha val="2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32680BEE-A18E-4A2D-B4E6-C7E312F3A958}"/>
                  </a:ext>
                </a:extLst>
              </p:cNvPr>
              <p:cNvSpPr/>
              <p:nvPr/>
            </p:nvSpPr>
            <p:spPr>
              <a:xfrm>
                <a:off x="2512069" y="2101810"/>
                <a:ext cx="229197" cy="229197"/>
              </a:xfrm>
              <a:prstGeom prst="ellipse">
                <a:avLst/>
              </a:prstGeom>
              <a:solidFill>
                <a:srgbClr val="FFC000">
                  <a:alpha val="2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</p:grp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BEB84D4A-DE9C-4736-8485-0C016FB517DF}"/>
              </a:ext>
            </a:extLst>
          </p:cNvPr>
          <p:cNvGrpSpPr/>
          <p:nvPr/>
        </p:nvGrpSpPr>
        <p:grpSpPr>
          <a:xfrm>
            <a:off x="6049863" y="566696"/>
            <a:ext cx="2207370" cy="753914"/>
            <a:chOff x="6046791" y="601578"/>
            <a:chExt cx="2207370" cy="550018"/>
          </a:xfrm>
          <a:solidFill>
            <a:srgbClr val="A9C14F"/>
          </a:solidFill>
        </p:grpSpPr>
        <p:sp>
          <p:nvSpPr>
            <p:cNvPr id="155" name="직각 삼각형 154">
              <a:extLst>
                <a:ext uri="{FF2B5EF4-FFF2-40B4-BE49-F238E27FC236}">
                  <a16:creationId xmlns:a16="http://schemas.microsoft.com/office/drawing/2014/main" id="{3EE81209-429F-4028-A0FF-EF4268228F62}"/>
                </a:ext>
              </a:extLst>
            </p:cNvPr>
            <p:cNvSpPr/>
            <p:nvPr/>
          </p:nvSpPr>
          <p:spPr>
            <a:xfrm flipV="1">
              <a:off x="6046791" y="758900"/>
              <a:ext cx="367022" cy="392696"/>
            </a:xfrm>
            <a:prstGeom prst="rtTriangle">
              <a:avLst/>
            </a:prstGeom>
            <a:grpFill/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56" name="순서도: 처리 155">
              <a:extLst>
                <a:ext uri="{FF2B5EF4-FFF2-40B4-BE49-F238E27FC236}">
                  <a16:creationId xmlns:a16="http://schemas.microsoft.com/office/drawing/2014/main" id="{252ED0F2-F9EA-4DD3-9C9B-65D633FD46A4}"/>
                </a:ext>
              </a:extLst>
            </p:cNvPr>
            <p:cNvSpPr/>
            <p:nvPr/>
          </p:nvSpPr>
          <p:spPr>
            <a:xfrm>
              <a:off x="6046791" y="601578"/>
              <a:ext cx="2207370" cy="413300"/>
            </a:xfrm>
            <a:prstGeom prst="flowChartProcess">
              <a:avLst/>
            </a:prstGeom>
            <a:grpFill/>
            <a:ln w="12700" cap="flat" cmpd="sng" algn="ctr">
              <a:noFill/>
              <a:prstDash val="solid"/>
              <a:miter/>
            </a:ln>
            <a:effectLst>
              <a:innerShdw blurRad="152400">
                <a:prstClr val="black">
                  <a:alpha val="24000"/>
                </a:prstClr>
              </a:innerShdw>
            </a:effectLst>
          </p:spPr>
          <p:txBody>
            <a:bodyPr vert="horz" wrap="square" lIns="91440" tIns="45720" rIns="91440" bIns="45720" rtlCol="0" anchor="ctr"/>
            <a:lstStyle/>
            <a:p>
              <a:pPr marL="36004" algn="ctr"/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B9C65E29-9D64-4A39-8484-49527204A371}"/>
              </a:ext>
            </a:extLst>
          </p:cNvPr>
          <p:cNvSpPr txBox="1"/>
          <p:nvPr/>
        </p:nvSpPr>
        <p:spPr>
          <a:xfrm>
            <a:off x="6334690" y="364592"/>
            <a:ext cx="1690742" cy="854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dirty="0">
                <a:ln w="15875">
                  <a:noFill/>
                </a:ln>
                <a:solidFill>
                  <a:schemeClr val="bg1"/>
                </a:solidFill>
                <a:latin typeface="+mj-ea"/>
                <a:ea typeface="+mj-ea"/>
              </a:rPr>
              <a:t>목 차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CC6E8AB-534F-4A92-9C72-51FBA9A070DF}"/>
              </a:ext>
            </a:extLst>
          </p:cNvPr>
          <p:cNvGrpSpPr/>
          <p:nvPr/>
        </p:nvGrpSpPr>
        <p:grpSpPr>
          <a:xfrm>
            <a:off x="6804813" y="1566787"/>
            <a:ext cx="4667250" cy="4981360"/>
            <a:chOff x="6334739" y="1634082"/>
            <a:chExt cx="4667250" cy="4981360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0BB976F8-DD79-4211-9B7B-C11F62B91061}"/>
                </a:ext>
              </a:extLst>
            </p:cNvPr>
            <p:cNvSpPr/>
            <p:nvPr/>
          </p:nvSpPr>
          <p:spPr>
            <a:xfrm>
              <a:off x="6334739" y="1634082"/>
              <a:ext cx="4667250" cy="498136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A9C14F"/>
              </a:soli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76695B83-C9CA-4B60-9BCB-DCF6E3F9792F}"/>
                </a:ext>
              </a:extLst>
            </p:cNvPr>
            <p:cNvGrpSpPr/>
            <p:nvPr/>
          </p:nvGrpSpPr>
          <p:grpSpPr>
            <a:xfrm>
              <a:off x="6835977" y="1927905"/>
              <a:ext cx="3664775" cy="4393714"/>
              <a:chOff x="4593854" y="1571305"/>
              <a:chExt cx="3664775" cy="4393714"/>
            </a:xfrm>
          </p:grpSpPr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6E273B5B-737E-46FA-A5CA-E033A588D3BC}"/>
                  </a:ext>
                </a:extLst>
              </p:cNvPr>
              <p:cNvGrpSpPr/>
              <p:nvPr/>
            </p:nvGrpSpPr>
            <p:grpSpPr>
              <a:xfrm>
                <a:off x="4593854" y="1571305"/>
                <a:ext cx="3664774" cy="375504"/>
                <a:chOff x="4593854" y="1424622"/>
                <a:chExt cx="3664774" cy="375504"/>
              </a:xfrm>
            </p:grpSpPr>
            <p:grpSp>
              <p:nvGrpSpPr>
                <p:cNvPr id="203" name="그룹 202">
                  <a:extLst>
                    <a:ext uri="{FF2B5EF4-FFF2-40B4-BE49-F238E27FC236}">
                      <a16:creationId xmlns:a16="http://schemas.microsoft.com/office/drawing/2014/main" id="{DBB34A63-E11B-44E0-AE1A-EF32E781F80E}"/>
                    </a:ext>
                  </a:extLst>
                </p:cNvPr>
                <p:cNvGrpSpPr/>
                <p:nvPr/>
              </p:nvGrpSpPr>
              <p:grpSpPr>
                <a:xfrm>
                  <a:off x="4593854" y="1424622"/>
                  <a:ext cx="367021" cy="375504"/>
                  <a:chOff x="5217414" y="2031155"/>
                  <a:chExt cx="452861" cy="463328"/>
                </a:xfrm>
              </p:grpSpPr>
              <p:sp>
                <p:nvSpPr>
                  <p:cNvPr id="205" name="사각형: 둥근 모서리 204">
                    <a:extLst>
                      <a:ext uri="{FF2B5EF4-FFF2-40B4-BE49-F238E27FC236}">
                        <a16:creationId xmlns:a16="http://schemas.microsoft.com/office/drawing/2014/main" id="{73B3DB5E-E6D6-4C89-B2FF-1784155E0835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5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5E2E4A34-D852-4B3D-8A99-C9AA03FA7926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2078153"/>
                    <a:ext cx="450518" cy="369332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en-US" altLang="ko-KR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rPr>
                      <a:t>Ⅰ</a:t>
                    </a:r>
                    <a:endParaRPr lang="en-US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5B96E462-F180-4EFF-9D48-B7B0D350E7EF}"/>
                    </a:ext>
                  </a:extLst>
                </p:cNvPr>
                <p:cNvSpPr txBox="1"/>
                <p:nvPr/>
              </p:nvSpPr>
              <p:spPr>
                <a:xfrm>
                  <a:off x="5056757" y="1430794"/>
                  <a:ext cx="3201871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정의</a:t>
                  </a:r>
                  <a:r>
                    <a:rPr lang="ko-KR" altLang="en-US" dirty="0">
                      <a:solidFill>
                        <a:srgbClr val="F67E22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 </a:t>
                  </a:r>
                </a:p>
              </p:txBody>
            </p:sp>
          </p:grpSp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E91BDEEA-F4EC-4614-9A43-89D9A1FE3C19}"/>
                  </a:ext>
                </a:extLst>
              </p:cNvPr>
              <p:cNvGrpSpPr/>
              <p:nvPr/>
            </p:nvGrpSpPr>
            <p:grpSpPr>
              <a:xfrm>
                <a:off x="4593854" y="2145335"/>
                <a:ext cx="3664775" cy="375504"/>
                <a:chOff x="4593854" y="2090764"/>
                <a:chExt cx="3664775" cy="375504"/>
              </a:xfrm>
            </p:grpSpPr>
            <p:grpSp>
              <p:nvGrpSpPr>
                <p:cNvPr id="199" name="그룹 198">
                  <a:extLst>
                    <a:ext uri="{FF2B5EF4-FFF2-40B4-BE49-F238E27FC236}">
                      <a16:creationId xmlns:a16="http://schemas.microsoft.com/office/drawing/2014/main" id="{3739A8EF-4C46-492A-98E9-84BB3608BDA2}"/>
                    </a:ext>
                  </a:extLst>
                </p:cNvPr>
                <p:cNvGrpSpPr/>
                <p:nvPr/>
              </p:nvGrpSpPr>
              <p:grpSpPr>
                <a:xfrm>
                  <a:off x="4593854" y="2090764"/>
                  <a:ext cx="367021" cy="375504"/>
                  <a:chOff x="5217414" y="2031154"/>
                  <a:chExt cx="452861" cy="463328"/>
                </a:xfrm>
              </p:grpSpPr>
              <p:sp>
                <p:nvSpPr>
                  <p:cNvPr id="201" name="사각형: 둥근 모서리 200">
                    <a:extLst>
                      <a:ext uri="{FF2B5EF4-FFF2-40B4-BE49-F238E27FC236}">
                        <a16:creationId xmlns:a16="http://schemas.microsoft.com/office/drawing/2014/main" id="{DBC24F4C-6532-4D47-AC9E-D91113379D58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4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EB7FFDF7-CC7E-4FDF-ACFD-B41776BFCCEA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2056922"/>
                    <a:ext cx="450518" cy="411794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defRPr>
                    </a:lvl1pPr>
                  </a:lstStyle>
                  <a:p>
                    <a:r>
                      <a:rPr lang="en-US" altLang="ko-KR" dirty="0"/>
                      <a:t>Ⅱ</a:t>
                    </a:r>
                    <a:endParaRPr lang="en-US" dirty="0"/>
                  </a:p>
                </p:txBody>
              </p:sp>
            </p:grp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DB31170-B5B8-44FC-8A3E-858297D4CDB5}"/>
                    </a:ext>
                  </a:extLst>
                </p:cNvPr>
                <p:cNvSpPr txBox="1"/>
                <p:nvPr/>
              </p:nvSpPr>
              <p:spPr>
                <a:xfrm>
                  <a:off x="5056758" y="2093850"/>
                  <a:ext cx="3201871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운영 담당자 </a:t>
                  </a:r>
                </a:p>
              </p:txBody>
            </p:sp>
          </p:grpSp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7563C642-A409-405E-891E-A40B0E481E85}"/>
                  </a:ext>
                </a:extLst>
              </p:cNvPr>
              <p:cNvGrpSpPr/>
              <p:nvPr/>
            </p:nvGrpSpPr>
            <p:grpSpPr>
              <a:xfrm>
                <a:off x="4593854" y="2719365"/>
                <a:ext cx="3664775" cy="375504"/>
                <a:chOff x="4593854" y="2640375"/>
                <a:chExt cx="3664775" cy="375504"/>
              </a:xfrm>
            </p:grpSpPr>
            <p:grpSp>
              <p:nvGrpSpPr>
                <p:cNvPr id="195" name="그룹 194">
                  <a:extLst>
                    <a:ext uri="{FF2B5EF4-FFF2-40B4-BE49-F238E27FC236}">
                      <a16:creationId xmlns:a16="http://schemas.microsoft.com/office/drawing/2014/main" id="{6B690CBE-900A-497B-8E93-81A7D9B73F71}"/>
                    </a:ext>
                  </a:extLst>
                </p:cNvPr>
                <p:cNvGrpSpPr/>
                <p:nvPr/>
              </p:nvGrpSpPr>
              <p:grpSpPr>
                <a:xfrm>
                  <a:off x="4593854" y="2640375"/>
                  <a:ext cx="367021" cy="375504"/>
                  <a:chOff x="5217414" y="2031154"/>
                  <a:chExt cx="452861" cy="463328"/>
                </a:xfrm>
              </p:grpSpPr>
              <p:sp>
                <p:nvSpPr>
                  <p:cNvPr id="197" name="사각형: 둥근 모서리 196">
                    <a:extLst>
                      <a:ext uri="{FF2B5EF4-FFF2-40B4-BE49-F238E27FC236}">
                        <a16:creationId xmlns:a16="http://schemas.microsoft.com/office/drawing/2014/main" id="{01F315E4-5636-485D-A58B-0D98398A8938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4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D97D241E-3221-4FC1-9C44-2E61AEF51A1E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6" y="2056924"/>
                    <a:ext cx="450518" cy="411794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en-US" altLang="ko-KR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rPr>
                      <a:t>Ⅲ</a:t>
                    </a:r>
                    <a:endParaRPr lang="en-US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863DCA2D-F4D1-463B-B9FD-80EF04F6C14A}"/>
                    </a:ext>
                  </a:extLst>
                </p:cNvPr>
                <p:cNvSpPr txBox="1"/>
                <p:nvPr/>
              </p:nvSpPr>
              <p:spPr>
                <a:xfrm>
                  <a:off x="5056759" y="2643461"/>
                  <a:ext cx="3201870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이용 대상</a:t>
                  </a:r>
                </a:p>
              </p:txBody>
            </p:sp>
          </p:grpSp>
          <p:grpSp>
            <p:nvGrpSpPr>
              <p:cNvPr id="163" name="그룹 162">
                <a:extLst>
                  <a:ext uri="{FF2B5EF4-FFF2-40B4-BE49-F238E27FC236}">
                    <a16:creationId xmlns:a16="http://schemas.microsoft.com/office/drawing/2014/main" id="{06CF39BA-66ED-4167-BA1D-4C14E2A7486D}"/>
                  </a:ext>
                </a:extLst>
              </p:cNvPr>
              <p:cNvGrpSpPr/>
              <p:nvPr/>
            </p:nvGrpSpPr>
            <p:grpSpPr>
              <a:xfrm>
                <a:off x="4593854" y="3293395"/>
                <a:ext cx="3664775" cy="375504"/>
                <a:chOff x="4593854" y="3189986"/>
                <a:chExt cx="3664775" cy="375504"/>
              </a:xfrm>
            </p:grpSpPr>
            <p:grpSp>
              <p:nvGrpSpPr>
                <p:cNvPr id="191" name="그룹 190">
                  <a:extLst>
                    <a:ext uri="{FF2B5EF4-FFF2-40B4-BE49-F238E27FC236}">
                      <a16:creationId xmlns:a16="http://schemas.microsoft.com/office/drawing/2014/main" id="{BD35E704-9D1C-42F4-9F55-C2EC71946712}"/>
                    </a:ext>
                  </a:extLst>
                </p:cNvPr>
                <p:cNvGrpSpPr/>
                <p:nvPr/>
              </p:nvGrpSpPr>
              <p:grpSpPr>
                <a:xfrm>
                  <a:off x="4593854" y="3189986"/>
                  <a:ext cx="367021" cy="375504"/>
                  <a:chOff x="5217414" y="2031154"/>
                  <a:chExt cx="452861" cy="463328"/>
                </a:xfrm>
              </p:grpSpPr>
              <p:sp>
                <p:nvSpPr>
                  <p:cNvPr id="193" name="사각형: 둥근 모서리 192">
                    <a:extLst>
                      <a:ext uri="{FF2B5EF4-FFF2-40B4-BE49-F238E27FC236}">
                        <a16:creationId xmlns:a16="http://schemas.microsoft.com/office/drawing/2014/main" id="{9E6484A2-2F2F-4359-8529-E84667ACCACA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4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43B6A11F-D9B6-419B-9B98-72B0726DAA02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2056922"/>
                    <a:ext cx="450518" cy="411794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en-US" altLang="ko-KR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rPr>
                      <a:t>Ⅳ</a:t>
                    </a:r>
                    <a:endParaRPr lang="en-US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DA3A908F-82D1-45BC-B848-E5D2802B0F41}"/>
                    </a:ext>
                  </a:extLst>
                </p:cNvPr>
                <p:cNvSpPr txBox="1"/>
                <p:nvPr/>
              </p:nvSpPr>
              <p:spPr>
                <a:xfrm>
                  <a:off x="5056759" y="3193072"/>
                  <a:ext cx="3201870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운영 내용</a:t>
                  </a:r>
                </a:p>
              </p:txBody>
            </p:sp>
          </p:grpSp>
          <p:grpSp>
            <p:nvGrpSpPr>
              <p:cNvPr id="164" name="그룹 163">
                <a:extLst>
                  <a:ext uri="{FF2B5EF4-FFF2-40B4-BE49-F238E27FC236}">
                    <a16:creationId xmlns:a16="http://schemas.microsoft.com/office/drawing/2014/main" id="{52E1C56A-E632-4962-8316-F1F4DA1708C5}"/>
                  </a:ext>
                </a:extLst>
              </p:cNvPr>
              <p:cNvGrpSpPr/>
              <p:nvPr/>
            </p:nvGrpSpPr>
            <p:grpSpPr>
              <a:xfrm>
                <a:off x="4593854" y="3867425"/>
                <a:ext cx="3664775" cy="375504"/>
                <a:chOff x="4593854" y="3739597"/>
                <a:chExt cx="3664775" cy="375504"/>
              </a:xfrm>
            </p:grpSpPr>
            <p:grpSp>
              <p:nvGrpSpPr>
                <p:cNvPr id="187" name="그룹 186">
                  <a:extLst>
                    <a:ext uri="{FF2B5EF4-FFF2-40B4-BE49-F238E27FC236}">
                      <a16:creationId xmlns:a16="http://schemas.microsoft.com/office/drawing/2014/main" id="{A94EA8F8-FB28-487F-BD73-F0E15552FC0F}"/>
                    </a:ext>
                  </a:extLst>
                </p:cNvPr>
                <p:cNvGrpSpPr/>
                <p:nvPr/>
              </p:nvGrpSpPr>
              <p:grpSpPr>
                <a:xfrm>
                  <a:off x="4593854" y="3739597"/>
                  <a:ext cx="367021" cy="375504"/>
                  <a:chOff x="5217414" y="2031154"/>
                  <a:chExt cx="452861" cy="463328"/>
                </a:xfrm>
              </p:grpSpPr>
              <p:sp>
                <p:nvSpPr>
                  <p:cNvPr id="189" name="사각형: 둥근 모서리 188">
                    <a:extLst>
                      <a:ext uri="{FF2B5EF4-FFF2-40B4-BE49-F238E27FC236}">
                        <a16:creationId xmlns:a16="http://schemas.microsoft.com/office/drawing/2014/main" id="{230CE433-7CFD-406C-A3EC-25DC57F5C819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4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190" name="TextBox 189">
                    <a:extLst>
                      <a:ext uri="{FF2B5EF4-FFF2-40B4-BE49-F238E27FC236}">
                        <a16:creationId xmlns:a16="http://schemas.microsoft.com/office/drawing/2014/main" id="{21257B82-BE66-4824-BF55-B35A6A555618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2056922"/>
                    <a:ext cx="450518" cy="411794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ko-KR" altLang="ko-KR" dirty="0" err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rPr>
                      <a:t>Ⅴ</a:t>
                    </a:r>
                    <a:endParaRPr lang="en-US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A93F422-E105-4CEA-9C15-A0ABE4C1F4B7}"/>
                    </a:ext>
                  </a:extLst>
                </p:cNvPr>
                <p:cNvSpPr txBox="1"/>
                <p:nvPr/>
              </p:nvSpPr>
              <p:spPr>
                <a:xfrm>
                  <a:off x="5056759" y="3742683"/>
                  <a:ext cx="3201870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이용 방법</a:t>
                  </a:r>
                </a:p>
              </p:txBody>
            </p:sp>
          </p:grp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6F26727E-EA06-4347-B07A-88ED0221A354}"/>
                  </a:ext>
                </a:extLst>
              </p:cNvPr>
              <p:cNvGrpSpPr/>
              <p:nvPr/>
            </p:nvGrpSpPr>
            <p:grpSpPr>
              <a:xfrm>
                <a:off x="4593854" y="4441455"/>
                <a:ext cx="3664775" cy="375504"/>
                <a:chOff x="4593854" y="4289208"/>
                <a:chExt cx="3664775" cy="37550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0C47B50F-51E8-4693-9838-228E7F2395AB}"/>
                    </a:ext>
                  </a:extLst>
                </p:cNvPr>
                <p:cNvGrpSpPr/>
                <p:nvPr/>
              </p:nvGrpSpPr>
              <p:grpSpPr>
                <a:xfrm>
                  <a:off x="4593854" y="4289208"/>
                  <a:ext cx="367021" cy="375504"/>
                  <a:chOff x="5217414" y="2031154"/>
                  <a:chExt cx="452861" cy="463328"/>
                </a:xfrm>
              </p:grpSpPr>
              <p:sp>
                <p:nvSpPr>
                  <p:cNvPr id="185" name="사각형: 둥근 모서리 184">
                    <a:extLst>
                      <a:ext uri="{FF2B5EF4-FFF2-40B4-BE49-F238E27FC236}">
                        <a16:creationId xmlns:a16="http://schemas.microsoft.com/office/drawing/2014/main" id="{ED934905-A9C0-44C7-AE89-F4FD4E619D7F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4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186" name="TextBox 185">
                    <a:extLst>
                      <a:ext uri="{FF2B5EF4-FFF2-40B4-BE49-F238E27FC236}">
                        <a16:creationId xmlns:a16="http://schemas.microsoft.com/office/drawing/2014/main" id="{DFEE382F-6EB8-41B2-BE8F-EBEF8E5CD775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2056922"/>
                    <a:ext cx="450518" cy="411794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ko-KR" altLang="ko-KR" dirty="0" err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rPr>
                      <a:t>Ⅵ</a:t>
                    </a:r>
                    <a:endParaRPr lang="en-US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686F0BDE-4D20-4155-AB80-8C9FA8610779}"/>
                    </a:ext>
                  </a:extLst>
                </p:cNvPr>
                <p:cNvSpPr txBox="1"/>
                <p:nvPr/>
              </p:nvSpPr>
              <p:spPr>
                <a:xfrm>
                  <a:off x="5056759" y="4292294"/>
                  <a:ext cx="3201870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우리 학교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소개</a:t>
                  </a:r>
                </a:p>
              </p:txBody>
            </p:sp>
          </p:grpSp>
          <p:grpSp>
            <p:nvGrpSpPr>
              <p:cNvPr id="166" name="그룹 165">
                <a:extLst>
                  <a:ext uri="{FF2B5EF4-FFF2-40B4-BE49-F238E27FC236}">
                    <a16:creationId xmlns:a16="http://schemas.microsoft.com/office/drawing/2014/main" id="{BE4C136F-16D2-44BE-9AB8-E7AC0C3BE290}"/>
                  </a:ext>
                </a:extLst>
              </p:cNvPr>
              <p:cNvGrpSpPr/>
              <p:nvPr/>
            </p:nvGrpSpPr>
            <p:grpSpPr>
              <a:xfrm>
                <a:off x="4593854" y="5015485"/>
                <a:ext cx="3664772" cy="375504"/>
                <a:chOff x="4593854" y="4838819"/>
                <a:chExt cx="3664772" cy="375504"/>
              </a:xfrm>
            </p:grpSpPr>
            <p:grpSp>
              <p:nvGrpSpPr>
                <p:cNvPr id="179" name="그룹 178">
                  <a:extLst>
                    <a:ext uri="{FF2B5EF4-FFF2-40B4-BE49-F238E27FC236}">
                      <a16:creationId xmlns:a16="http://schemas.microsoft.com/office/drawing/2014/main" id="{F953438B-D57B-41BC-81A6-E6D835359EA2}"/>
                    </a:ext>
                  </a:extLst>
                </p:cNvPr>
                <p:cNvGrpSpPr/>
                <p:nvPr/>
              </p:nvGrpSpPr>
              <p:grpSpPr>
                <a:xfrm>
                  <a:off x="4593854" y="4838819"/>
                  <a:ext cx="367021" cy="375504"/>
                  <a:chOff x="5217414" y="2031154"/>
                  <a:chExt cx="452861" cy="463328"/>
                </a:xfrm>
              </p:grpSpPr>
              <p:sp>
                <p:nvSpPr>
                  <p:cNvPr id="181" name="사각형: 둥근 모서리 180">
                    <a:extLst>
                      <a:ext uri="{FF2B5EF4-FFF2-40B4-BE49-F238E27FC236}">
                        <a16:creationId xmlns:a16="http://schemas.microsoft.com/office/drawing/2014/main" id="{17AC576C-5550-422C-8C9D-8C6FF1A01D23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4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BC4F8674-E3D3-4234-A0DA-680071B95340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2056922"/>
                    <a:ext cx="450518" cy="411794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ko-KR" altLang="ko-KR" dirty="0" err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rPr>
                      <a:t>Ⅶ</a:t>
                    </a:r>
                    <a:endParaRPr lang="en-US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2977660A-925F-4BEC-B170-A6DCDD68CA5F}"/>
                    </a:ext>
                  </a:extLst>
                </p:cNvPr>
                <p:cNvSpPr txBox="1"/>
                <p:nvPr/>
              </p:nvSpPr>
              <p:spPr>
                <a:xfrm>
                  <a:off x="5056757" y="4841905"/>
                  <a:ext cx="3201869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연계 기관</a:t>
                  </a:r>
                </a:p>
              </p:txBody>
            </p:sp>
          </p:grpSp>
          <p:grpSp>
            <p:nvGrpSpPr>
              <p:cNvPr id="167" name="그룹 166">
                <a:extLst>
                  <a:ext uri="{FF2B5EF4-FFF2-40B4-BE49-F238E27FC236}">
                    <a16:creationId xmlns:a16="http://schemas.microsoft.com/office/drawing/2014/main" id="{18854AB9-65DD-4E39-A2C4-5F67DB139F25}"/>
                  </a:ext>
                </a:extLst>
              </p:cNvPr>
              <p:cNvGrpSpPr/>
              <p:nvPr/>
            </p:nvGrpSpPr>
            <p:grpSpPr>
              <a:xfrm>
                <a:off x="4593854" y="5589515"/>
                <a:ext cx="3664771" cy="375504"/>
                <a:chOff x="4593854" y="5388426"/>
                <a:chExt cx="3664771" cy="375504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75C18609-3991-4AAF-B8DB-F4D9FF1CBEAA}"/>
                    </a:ext>
                  </a:extLst>
                </p:cNvPr>
                <p:cNvGrpSpPr/>
                <p:nvPr/>
              </p:nvGrpSpPr>
              <p:grpSpPr>
                <a:xfrm>
                  <a:off x="4593854" y="5388426"/>
                  <a:ext cx="367021" cy="375504"/>
                  <a:chOff x="5217414" y="2031154"/>
                  <a:chExt cx="452861" cy="463328"/>
                </a:xfrm>
              </p:grpSpPr>
              <p:sp>
                <p:nvSpPr>
                  <p:cNvPr id="177" name="사각형: 둥근 모서리 176">
                    <a:extLst>
                      <a:ext uri="{FF2B5EF4-FFF2-40B4-BE49-F238E27FC236}">
                        <a16:creationId xmlns:a16="http://schemas.microsoft.com/office/drawing/2014/main" id="{C110E7C9-53C3-4229-AD30-0E662A67B4B3}"/>
                      </a:ext>
                    </a:extLst>
                  </p:cNvPr>
                  <p:cNvSpPr/>
                  <p:nvPr/>
                </p:nvSpPr>
                <p:spPr>
                  <a:xfrm>
                    <a:off x="5217414" y="2031154"/>
                    <a:ext cx="452861" cy="463328"/>
                  </a:xfrm>
                  <a:prstGeom prst="roundRect">
                    <a:avLst/>
                  </a:prstGeom>
                  <a:solidFill>
                    <a:srgbClr val="A9C14F"/>
                  </a:solidFill>
                  <a:ln w="12700" cap="flat" cmpd="sng" algn="ctr">
                    <a:noFill/>
                    <a:prstDash val="solid"/>
                    <a:miter/>
                  </a:ln>
                  <a:effectLst>
                    <a:innerShdw blurRad="152400">
                      <a:prstClr val="black">
                        <a:alpha val="24000"/>
                      </a:prstClr>
                    </a:innerShdw>
                  </a:effectLst>
                </p:spPr>
                <p:txBody>
                  <a:bodyPr vert="horz" wrap="square" lIns="91440" tIns="45720" rIns="91440" bIns="45720" rtlCol="0" anchor="ctr"/>
                  <a:lstStyle/>
                  <a:p>
                    <a:pPr marL="36004" algn="ctr"/>
                    <a:endParaRPr 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endParaRPr>
                  </a:p>
                </p:txBody>
              </p:sp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0C72FDD4-D14E-4B06-825E-14BB27E9E96C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2056922"/>
                    <a:ext cx="450518" cy="411794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ko-KR" altLang="en-US" dirty="0" err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rPr>
                      <a:t>Ⅷ</a:t>
                    </a:r>
                    <a:endParaRPr lang="en-US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4AE246C8-5408-4213-9798-E60C9D1EA58A}"/>
                    </a:ext>
                  </a:extLst>
                </p:cNvPr>
                <p:cNvSpPr txBox="1"/>
                <p:nvPr/>
              </p:nvSpPr>
              <p:spPr>
                <a:xfrm>
                  <a:off x="5056758" y="5391512"/>
                  <a:ext cx="3201867" cy="3693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위</a:t>
                  </a: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(Wee) </a:t>
                  </a:r>
                  <a:r>
                    <a: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클래스 </a:t>
                  </a: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  <a:cs typeface="KoPubWorld돋움체 Medium" panose="00000600000000000000" pitchFamily="2" charset="-127"/>
                    </a:rPr>
                    <a:t>이용 협조사항</a:t>
                  </a:r>
                </a:p>
              </p:txBody>
            </p:sp>
          </p:grp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B263AC53-968E-42C6-9665-2B32B93D9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6837" y="2046072"/>
                <a:ext cx="315178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8D9730C7-674A-43F5-B2DF-29CAFF93A9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6837" y="2620102"/>
                <a:ext cx="315178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9D12EEF8-C8E4-4B2A-929E-923F17FD6A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6837" y="3194132"/>
                <a:ext cx="315178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8CA557B1-FA86-48D4-B5AB-81BDA4674C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6837" y="3768162"/>
                <a:ext cx="315178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5B14DBB2-501F-4911-A071-7DCCA2B03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6837" y="4342192"/>
                <a:ext cx="315178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CD0F243E-04ED-43D6-B68B-C3D7205B7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6837" y="4916222"/>
                <a:ext cx="315178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6CDA999-2578-43B9-B038-39210A77D6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6837" y="5490252"/>
                <a:ext cx="315178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8850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8857CFE-F9F0-4ED3-8C77-CBCCEE621149}"/>
              </a:ext>
            </a:extLst>
          </p:cNvPr>
          <p:cNvSpPr/>
          <p:nvPr/>
        </p:nvSpPr>
        <p:spPr>
          <a:xfrm>
            <a:off x="6170663" y="1336950"/>
            <a:ext cx="5749768" cy="4962918"/>
          </a:xfrm>
          <a:prstGeom prst="roundRect">
            <a:avLst>
              <a:gd name="adj" fmla="val 501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CF285B36-6398-428C-88BF-63D6AA665D18}"/>
              </a:ext>
            </a:extLst>
          </p:cNvPr>
          <p:cNvSpPr txBox="1"/>
          <p:nvPr/>
        </p:nvSpPr>
        <p:spPr>
          <a:xfrm>
            <a:off x="6770322" y="1631000"/>
            <a:ext cx="2499030" cy="40164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just">
              <a:lnSpc>
                <a:spcPct val="160000"/>
              </a:lnSpc>
              <a:spcBef>
                <a:spcPct val="0"/>
              </a:spcBef>
              <a:defRPr/>
            </a:pPr>
            <a:r>
              <a:rPr lang="ko-KR" altLang="en-US" b="0" i="0" u="none" strike="noStrike" dirty="0">
                <a:latin typeface="+mj-ea"/>
                <a:ea typeface="+mj-ea"/>
              </a:rPr>
              <a:t>위(</a:t>
            </a:r>
            <a:r>
              <a:rPr lang="ko-KR" altLang="en-US" b="0" i="0" u="none" strike="noStrike" dirty="0" err="1">
                <a:latin typeface="+mj-ea"/>
                <a:ea typeface="+mj-ea"/>
              </a:rPr>
              <a:t>Wee</a:t>
            </a:r>
            <a:r>
              <a:rPr lang="ko-KR" altLang="en-US" b="0" i="0" u="none" strike="noStrike" dirty="0">
                <a:latin typeface="+mj-ea"/>
                <a:ea typeface="+mj-ea"/>
              </a:rPr>
              <a:t>)프로젝트 체계</a:t>
            </a:r>
            <a:endParaRPr kumimoji="0" lang="ko-KR" altLang="en-US" b="0" i="0" u="none" strike="noStrike" kern="1200" cap="none" spc="0" normalizeH="0" baseline="0" dirty="0">
              <a:latin typeface="+mj-ea"/>
              <a:ea typeface="+mj-ea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0292172-01C4-400A-AC47-40F8B201D25D}"/>
              </a:ext>
            </a:extLst>
          </p:cNvPr>
          <p:cNvCxnSpPr>
            <a:cxnSpLocks/>
          </p:cNvCxnSpPr>
          <p:nvPr/>
        </p:nvCxnSpPr>
        <p:spPr>
          <a:xfrm>
            <a:off x="6600467" y="1691080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3720F7DB-2693-4CCA-9398-51EBD236C71C}"/>
              </a:ext>
            </a:extLst>
          </p:cNvPr>
          <p:cNvSpPr/>
          <p:nvPr/>
        </p:nvSpPr>
        <p:spPr>
          <a:xfrm>
            <a:off x="252463" y="1336950"/>
            <a:ext cx="5749768" cy="4962918"/>
          </a:xfrm>
          <a:prstGeom prst="roundRect">
            <a:avLst>
              <a:gd name="adj" fmla="val 501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395187D2-3990-46BC-A29A-C1A5836E1693}"/>
              </a:ext>
            </a:extLst>
          </p:cNvPr>
          <p:cNvSpPr txBox="1"/>
          <p:nvPr/>
        </p:nvSpPr>
        <p:spPr>
          <a:xfrm>
            <a:off x="799669" y="5302868"/>
            <a:ext cx="4389052" cy="62170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  <a:r>
              <a:rPr 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Wee</a:t>
            </a:r>
            <a:r>
              <a:rPr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는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  <a:r>
              <a:rPr 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We(</a:t>
            </a:r>
            <a:r>
              <a:rPr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우리들</a:t>
            </a:r>
            <a:r>
              <a:rPr 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+ education(</a:t>
            </a:r>
            <a:r>
              <a:rPr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교육</a:t>
            </a:r>
            <a:r>
              <a:rPr 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  <a:r>
              <a:rPr 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We(</a:t>
            </a:r>
            <a:r>
              <a:rPr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우리들</a:t>
            </a:r>
            <a:r>
              <a:rPr 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+ emotion(</a:t>
            </a:r>
            <a:r>
              <a:rPr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감성</a:t>
            </a:r>
            <a:r>
              <a:rPr 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합성어입니다</a:t>
            </a:r>
            <a:endParaRPr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803D25A-F43C-4987-9201-F38B27A48740}"/>
              </a:ext>
            </a:extLst>
          </p:cNvPr>
          <p:cNvSpPr txBox="1"/>
          <p:nvPr/>
        </p:nvSpPr>
        <p:spPr>
          <a:xfrm>
            <a:off x="852122" y="1631000"/>
            <a:ext cx="2499030" cy="40164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marL="0" indent="0" algn="just" defTabSz="914400" rtl="0" eaLnBrk="1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b="0" i="0" u="none" strike="noStrike" kern="1200" cap="none" spc="0" normalizeH="0" baseline="0" dirty="0">
                <a:latin typeface="+mj-ea"/>
                <a:ea typeface="+mj-ea"/>
              </a:rPr>
              <a:t>위</a:t>
            </a:r>
            <a:r>
              <a:rPr kumimoji="0" lang="en-US" altLang="ko-KR" b="0" i="0" u="none" strike="noStrike" kern="1200" cap="none" spc="0" normalizeH="0" baseline="0" dirty="0">
                <a:latin typeface="+mj-ea"/>
                <a:ea typeface="+mj-ea"/>
              </a:rPr>
              <a:t>(W</a:t>
            </a:r>
            <a:r>
              <a:rPr kumimoji="0" lang="en-US" b="0" i="0" u="none" strike="noStrike" kern="1200" cap="none" spc="0" normalizeH="0" baseline="0" dirty="0">
                <a:latin typeface="+mj-ea"/>
                <a:ea typeface="+mj-ea"/>
              </a:rPr>
              <a:t>ee</a:t>
            </a:r>
            <a:r>
              <a:rPr kumimoji="0" lang="en-US" altLang="ko-KR" b="0" i="0" u="none" strike="noStrike" kern="1200" cap="none" spc="0" normalizeH="0" baseline="0" dirty="0">
                <a:latin typeface="+mj-ea"/>
                <a:ea typeface="+mj-ea"/>
              </a:rPr>
              <a:t>)</a:t>
            </a:r>
            <a:r>
              <a:rPr kumimoji="0" lang="ko-KR" altLang="en-US" b="0" i="0" u="none" strike="noStrike" kern="1200" cap="none" spc="0" normalizeH="0" baseline="0" dirty="0">
                <a:latin typeface="+mj-ea"/>
                <a:ea typeface="+mj-ea"/>
              </a:rPr>
              <a:t> 의미 </a:t>
            </a:r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3D060C80-FA8D-4A39-B73B-A3EC58ACD01F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CAC0D-7C2C-464A-A246-1C54188D99D5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는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어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떤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곳인</a:t>
            </a:r>
            <a:r>
              <a:rPr lang="en-US" altLang="ko-KR" b="1" dirty="0" err="1">
                <a:solidFill>
                  <a:schemeClr val="tx1"/>
                </a:solidFill>
                <a:latin typeface="+mj-ea"/>
                <a:ea typeface="+mj-ea"/>
              </a:rPr>
              <a:t>가요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6360E56-C968-466C-B982-DB530E4C5DF1}"/>
              </a:ext>
            </a:extLst>
          </p:cNvPr>
          <p:cNvCxnSpPr>
            <a:cxnSpLocks/>
          </p:cNvCxnSpPr>
          <p:nvPr/>
        </p:nvCxnSpPr>
        <p:spPr>
          <a:xfrm>
            <a:off x="682267" y="1691080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A78A4CA-EE79-44CE-B986-CFCACFABCC10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3581FBE6-5648-421E-A4CD-80A762E360CD}"/>
              </a:ext>
            </a:extLst>
          </p:cNvPr>
          <p:cNvSpPr/>
          <p:nvPr/>
        </p:nvSpPr>
        <p:spPr>
          <a:xfrm>
            <a:off x="784383" y="3781526"/>
            <a:ext cx="1317254" cy="1317254"/>
          </a:xfrm>
          <a:prstGeom prst="ellipse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E3C97BE9-31AF-481A-9241-0E89EAE56DF2}"/>
              </a:ext>
            </a:extLst>
          </p:cNvPr>
          <p:cNvSpPr txBox="1"/>
          <p:nvPr/>
        </p:nvSpPr>
        <p:spPr>
          <a:xfrm>
            <a:off x="1194547" y="4217015"/>
            <a:ext cx="496928" cy="44627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marL="0" indent="0" algn="ctr" defTabSz="914400" rtl="0" eaLnBrk="1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000" dirty="0">
                <a:solidFill>
                  <a:srgbClr val="F36821"/>
                </a:solidFill>
                <a:latin typeface="+mj-ea"/>
                <a:ea typeface="+mj-ea"/>
              </a:rPr>
              <a:t>We</a:t>
            </a:r>
            <a:endParaRPr kumimoji="0" lang="ko-KR" altLang="en-US" sz="2000" b="0" i="0" u="none" strike="noStrike" kern="1200" cap="none" spc="0" normalizeH="0" baseline="0" dirty="0">
              <a:solidFill>
                <a:srgbClr val="F36821"/>
              </a:solidFill>
              <a:latin typeface="+mj-ea"/>
              <a:ea typeface="+mj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CC3EFC6F-E44F-495C-91BD-A35FDF0C20CA}"/>
              </a:ext>
            </a:extLst>
          </p:cNvPr>
          <p:cNvSpPr/>
          <p:nvPr/>
        </p:nvSpPr>
        <p:spPr>
          <a:xfrm>
            <a:off x="2340250" y="3781526"/>
            <a:ext cx="1317254" cy="1317254"/>
          </a:xfrm>
          <a:prstGeom prst="ellipse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" name="TextBox 11">
            <a:extLst>
              <a:ext uri="{FF2B5EF4-FFF2-40B4-BE49-F238E27FC236}">
                <a16:creationId xmlns:a16="http://schemas.microsoft.com/office/drawing/2014/main" id="{20651F47-6A18-436E-AF11-DD8D23023EBB}"/>
              </a:ext>
            </a:extLst>
          </p:cNvPr>
          <p:cNvSpPr txBox="1"/>
          <p:nvPr/>
        </p:nvSpPr>
        <p:spPr>
          <a:xfrm>
            <a:off x="2364900" y="4217015"/>
            <a:ext cx="1267953" cy="44627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marL="0" indent="0" algn="ctr" defTabSz="914400" rtl="0" eaLnBrk="1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000" dirty="0">
                <a:solidFill>
                  <a:srgbClr val="F36821"/>
                </a:solidFill>
                <a:latin typeface="+mj-ea"/>
                <a:ea typeface="+mj-ea"/>
              </a:rPr>
              <a:t>education</a:t>
            </a:r>
            <a:endParaRPr kumimoji="0" lang="ko-KR" altLang="en-US" sz="2000" b="0" i="0" u="none" strike="noStrike" kern="1200" cap="none" spc="0" normalizeH="0" baseline="0" dirty="0">
              <a:solidFill>
                <a:srgbClr val="F3682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35CB0B1-44C6-42C5-B06E-655B8976BA52}"/>
              </a:ext>
            </a:extLst>
          </p:cNvPr>
          <p:cNvSpPr/>
          <p:nvPr/>
        </p:nvSpPr>
        <p:spPr>
          <a:xfrm>
            <a:off x="3896118" y="3781526"/>
            <a:ext cx="1317254" cy="1317254"/>
          </a:xfrm>
          <a:prstGeom prst="ellipse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6" name="TextBox 11">
            <a:extLst>
              <a:ext uri="{FF2B5EF4-FFF2-40B4-BE49-F238E27FC236}">
                <a16:creationId xmlns:a16="http://schemas.microsoft.com/office/drawing/2014/main" id="{CFBA01A2-6DFA-442A-9266-0583A3F51BF9}"/>
              </a:ext>
            </a:extLst>
          </p:cNvPr>
          <p:cNvSpPr txBox="1"/>
          <p:nvPr/>
        </p:nvSpPr>
        <p:spPr>
          <a:xfrm>
            <a:off x="3920768" y="4217015"/>
            <a:ext cx="1267953" cy="44627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marL="0" indent="0" algn="ctr" defTabSz="914400" rtl="0" eaLnBrk="1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000" dirty="0">
                <a:solidFill>
                  <a:srgbClr val="F36821"/>
                </a:solidFill>
                <a:latin typeface="+mj-ea"/>
                <a:ea typeface="+mj-ea"/>
              </a:rPr>
              <a:t>emotion</a:t>
            </a:r>
            <a:endParaRPr kumimoji="0" lang="ko-KR" altLang="en-US" sz="2000" b="0" i="0" u="none" strike="noStrike" kern="1200" cap="none" spc="0" normalizeH="0" baseline="0" dirty="0">
              <a:solidFill>
                <a:srgbClr val="F36821"/>
              </a:solidFill>
              <a:latin typeface="+mj-ea"/>
              <a:ea typeface="+mj-ea"/>
            </a:endParaRPr>
          </a:p>
        </p:txBody>
      </p:sp>
      <p:sp>
        <p:nvSpPr>
          <p:cNvPr id="61" name="TextBox 11">
            <a:extLst>
              <a:ext uri="{FF2B5EF4-FFF2-40B4-BE49-F238E27FC236}">
                <a16:creationId xmlns:a16="http://schemas.microsoft.com/office/drawing/2014/main" id="{77A9CB31-B6D8-45A7-941C-557E353715C2}"/>
              </a:ext>
            </a:extLst>
          </p:cNvPr>
          <p:cNvSpPr txBox="1"/>
          <p:nvPr/>
        </p:nvSpPr>
        <p:spPr>
          <a:xfrm>
            <a:off x="3593632" y="4239329"/>
            <a:ext cx="366356" cy="40164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marL="0" indent="0" algn="ctr" defTabSz="914400" rtl="0" eaLnBrk="1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dirty="0">
                <a:solidFill>
                  <a:srgbClr val="F36821"/>
                </a:solidFill>
                <a:latin typeface="+mn-ea"/>
              </a:rPr>
              <a:t>+</a:t>
            </a:r>
            <a:endParaRPr kumimoji="0" lang="ko-KR" altLang="en-US" b="0" i="0" u="none" strike="noStrike" kern="1200" cap="none" spc="0" normalizeH="0" baseline="0" dirty="0">
              <a:solidFill>
                <a:srgbClr val="F36821"/>
              </a:solidFill>
              <a:latin typeface="+mn-ea"/>
            </a:endParaRPr>
          </a:p>
        </p:txBody>
      </p:sp>
      <p:sp>
        <p:nvSpPr>
          <p:cNvPr id="62" name="TextBox 11">
            <a:extLst>
              <a:ext uri="{FF2B5EF4-FFF2-40B4-BE49-F238E27FC236}">
                <a16:creationId xmlns:a16="http://schemas.microsoft.com/office/drawing/2014/main" id="{0F3D7118-FB9D-488A-B8B0-452CA9EE91C8}"/>
              </a:ext>
            </a:extLst>
          </p:cNvPr>
          <p:cNvSpPr txBox="1"/>
          <p:nvPr/>
        </p:nvSpPr>
        <p:spPr>
          <a:xfrm>
            <a:off x="2037766" y="4239329"/>
            <a:ext cx="366356" cy="40164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marL="0" indent="0" algn="ctr" defTabSz="914400" rtl="0" eaLnBrk="1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dirty="0">
                <a:solidFill>
                  <a:srgbClr val="F36821"/>
                </a:solidFill>
                <a:latin typeface="+mn-ea"/>
              </a:rPr>
              <a:t>+</a:t>
            </a:r>
            <a:endParaRPr kumimoji="0" lang="ko-KR" altLang="en-US" b="0" i="0" u="none" strike="noStrike" kern="1200" cap="none" spc="0" normalizeH="0" baseline="0" dirty="0">
              <a:solidFill>
                <a:srgbClr val="F36821"/>
              </a:solidFill>
              <a:latin typeface="+mn-ea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85EE4C9E-0872-491E-836E-58743EE52B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2984" y="2285779"/>
            <a:ext cx="1482422" cy="135557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4E4CD2B-D792-436C-BF86-602222530D2B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Ⅰ</a:t>
            </a:r>
            <a:endParaRPr lang="en-US" sz="3600" spc="-3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EBC6B83-5D27-45BC-8A37-A5AFCC7ADB8F}"/>
              </a:ext>
            </a:extLst>
          </p:cNvPr>
          <p:cNvGrpSpPr/>
          <p:nvPr/>
        </p:nvGrpSpPr>
        <p:grpSpPr>
          <a:xfrm>
            <a:off x="6299644" y="2887582"/>
            <a:ext cx="5485956" cy="2130184"/>
            <a:chOff x="6641506" y="3020326"/>
            <a:chExt cx="4802231" cy="1864696"/>
          </a:xfrm>
        </p:grpSpPr>
        <p:sp>
          <p:nvSpPr>
            <p:cNvPr id="20" name="갈매기형 수장 65">
              <a:extLst>
                <a:ext uri="{FF2B5EF4-FFF2-40B4-BE49-F238E27FC236}">
                  <a16:creationId xmlns:a16="http://schemas.microsoft.com/office/drawing/2014/main" id="{BDB2B938-81F2-4941-B110-8E97940D92E4}"/>
                </a:ext>
              </a:extLst>
            </p:cNvPr>
            <p:cNvSpPr/>
            <p:nvPr/>
          </p:nvSpPr>
          <p:spPr>
            <a:xfrm>
              <a:off x="6641506" y="3020326"/>
              <a:ext cx="2031322" cy="1864696"/>
            </a:xfrm>
            <a:prstGeom prst="chevron">
              <a:avLst>
                <a:gd name="adj" fmla="val 40186"/>
              </a:avLst>
            </a:prstGeom>
            <a:solidFill>
              <a:srgbClr val="A9C14F">
                <a:alpha val="40000"/>
              </a:srgbClr>
            </a:solidFill>
            <a:ln w="28575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r"/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    </a:t>
              </a:r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         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272A9D7-8812-45A1-970D-5A8711318E23}"/>
                </a:ext>
              </a:extLst>
            </p:cNvPr>
            <p:cNvSpPr txBox="1"/>
            <p:nvPr/>
          </p:nvSpPr>
          <p:spPr>
            <a:xfrm>
              <a:off x="7487897" y="3895707"/>
              <a:ext cx="804763" cy="350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클래스</a:t>
              </a:r>
              <a:endParaRPr lang="en-US" sz="2000" dirty="0">
                <a:solidFill>
                  <a:srgbClr val="F3682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ED9B03C-AAE0-45D3-8707-21CBF398D9EA}"/>
                </a:ext>
              </a:extLst>
            </p:cNvPr>
            <p:cNvSpPr txBox="1"/>
            <p:nvPr/>
          </p:nvSpPr>
          <p:spPr>
            <a:xfrm>
              <a:off x="7391144" y="3592578"/>
              <a:ext cx="998271" cy="350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" algn="ctr"/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위</a:t>
              </a:r>
              <a:r>
                <a:rPr lang="en-US" altLang="ko-KR" sz="2000" dirty="0">
                  <a:solidFill>
                    <a:schemeClr val="bg1"/>
                  </a:solidFill>
                  <a:latin typeface="+mj-ea"/>
                  <a:ea typeface="+mj-ea"/>
                </a:rPr>
                <a:t>(Wee)</a:t>
              </a:r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 </a:t>
              </a:r>
              <a:endParaRPr lang="en-US" altLang="ko-KR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9" name="갈매기형 수장 65">
              <a:extLst>
                <a:ext uri="{FF2B5EF4-FFF2-40B4-BE49-F238E27FC236}">
                  <a16:creationId xmlns:a16="http://schemas.microsoft.com/office/drawing/2014/main" id="{36D9182F-A0AB-4048-9412-CE5AB346DC7F}"/>
                </a:ext>
              </a:extLst>
            </p:cNvPr>
            <p:cNvSpPr/>
            <p:nvPr/>
          </p:nvSpPr>
          <p:spPr>
            <a:xfrm>
              <a:off x="8026961" y="3020326"/>
              <a:ext cx="2031322" cy="1864696"/>
            </a:xfrm>
            <a:prstGeom prst="chevron">
              <a:avLst>
                <a:gd name="adj" fmla="val 40186"/>
              </a:avLst>
            </a:prstGeom>
            <a:solidFill>
              <a:srgbClr val="A9C14F">
                <a:alpha val="70000"/>
              </a:srgbClr>
            </a:solidFill>
            <a:ln w="28575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r"/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    </a:t>
              </a:r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         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DAB593B-12B5-4135-B19D-414EEA92299D}"/>
                </a:ext>
              </a:extLst>
            </p:cNvPr>
            <p:cNvSpPr txBox="1"/>
            <p:nvPr/>
          </p:nvSpPr>
          <p:spPr>
            <a:xfrm>
              <a:off x="8839262" y="3895707"/>
              <a:ext cx="804763" cy="350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센터</a:t>
              </a:r>
              <a:endParaRPr lang="en-US" sz="2000" dirty="0">
                <a:solidFill>
                  <a:srgbClr val="F36821"/>
                </a:solidFill>
              </a:endParaRPr>
            </a:p>
          </p:txBody>
        </p:sp>
        <p:sp>
          <p:nvSpPr>
            <p:cNvPr id="67" name="갈매기형 수장 65">
              <a:extLst>
                <a:ext uri="{FF2B5EF4-FFF2-40B4-BE49-F238E27FC236}">
                  <a16:creationId xmlns:a16="http://schemas.microsoft.com/office/drawing/2014/main" id="{D64F6D0B-02FA-4997-9DB5-E286FFE085B9}"/>
                </a:ext>
              </a:extLst>
            </p:cNvPr>
            <p:cNvSpPr/>
            <p:nvPr/>
          </p:nvSpPr>
          <p:spPr>
            <a:xfrm>
              <a:off x="9412415" y="3020326"/>
              <a:ext cx="2031322" cy="1864696"/>
            </a:xfrm>
            <a:prstGeom prst="chevron">
              <a:avLst>
                <a:gd name="adj" fmla="val 40186"/>
              </a:avLst>
            </a:prstGeom>
            <a:solidFill>
              <a:srgbClr val="A9C14F">
                <a:alpha val="91000"/>
              </a:srgbClr>
            </a:solidFill>
            <a:ln w="28575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r"/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    </a:t>
              </a:r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         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8C54EBD-7A85-414E-A657-2451C757CD41}"/>
                </a:ext>
              </a:extLst>
            </p:cNvPr>
            <p:cNvSpPr txBox="1"/>
            <p:nvPr/>
          </p:nvSpPr>
          <p:spPr>
            <a:xfrm>
              <a:off x="10245537" y="3895707"/>
              <a:ext cx="804763" cy="350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스쿨</a:t>
              </a:r>
              <a:endParaRPr lang="en-US" sz="2000" dirty="0">
                <a:solidFill>
                  <a:srgbClr val="F3682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9E3CAB-9786-4409-A80C-0E6EEC03D4B1}"/>
                </a:ext>
              </a:extLst>
            </p:cNvPr>
            <p:cNvSpPr txBox="1"/>
            <p:nvPr/>
          </p:nvSpPr>
          <p:spPr>
            <a:xfrm>
              <a:off x="8767363" y="3592578"/>
              <a:ext cx="998271" cy="350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" algn="ctr"/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위</a:t>
              </a:r>
              <a:r>
                <a:rPr lang="en-US" altLang="ko-KR" sz="2000" dirty="0">
                  <a:solidFill>
                    <a:schemeClr val="bg1"/>
                  </a:solidFill>
                  <a:latin typeface="+mj-ea"/>
                  <a:ea typeface="+mj-ea"/>
                </a:rPr>
                <a:t>(Wee)</a:t>
              </a:r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 </a:t>
              </a:r>
              <a:endParaRPr lang="en-US" altLang="ko-KR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6E8A152-56CD-49AA-BEF6-9FB6F0352B51}"/>
                </a:ext>
              </a:extLst>
            </p:cNvPr>
            <p:cNvSpPr txBox="1"/>
            <p:nvPr/>
          </p:nvSpPr>
          <p:spPr>
            <a:xfrm>
              <a:off x="10152817" y="3592578"/>
              <a:ext cx="998271" cy="350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" algn="ctr"/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위</a:t>
              </a:r>
              <a:r>
                <a:rPr lang="en-US" altLang="ko-KR" sz="2000" dirty="0">
                  <a:solidFill>
                    <a:schemeClr val="bg1"/>
                  </a:solidFill>
                  <a:latin typeface="+mj-ea"/>
                  <a:ea typeface="+mj-ea"/>
                </a:rPr>
                <a:t>(Wee)</a:t>
              </a:r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 </a:t>
              </a:r>
              <a:endParaRPr lang="en-US" altLang="ko-KR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9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5A733B3-6C1D-430C-9D33-6E8076699BF2}"/>
              </a:ext>
            </a:extLst>
          </p:cNvPr>
          <p:cNvSpPr txBox="1"/>
          <p:nvPr/>
        </p:nvSpPr>
        <p:spPr>
          <a:xfrm>
            <a:off x="888969" y="1563717"/>
            <a:ext cx="3168715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클래스 의미와 역할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39E6A24-55BB-4319-B719-81E620A063C1}"/>
              </a:ext>
            </a:extLst>
          </p:cNvPr>
          <p:cNvCxnSpPr>
            <a:cxnSpLocks/>
          </p:cNvCxnSpPr>
          <p:nvPr/>
        </p:nvCxnSpPr>
        <p:spPr>
          <a:xfrm>
            <a:off x="724280" y="1605325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위쪽 모서리 30">
            <a:extLst>
              <a:ext uri="{FF2B5EF4-FFF2-40B4-BE49-F238E27FC236}">
                <a16:creationId xmlns:a16="http://schemas.microsoft.com/office/drawing/2014/main" id="{826ABCC5-E336-4C71-8CEC-0B7DB9FE5B0C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39A7C7-0310-4A15-95C3-18E5EB6E94B0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위(Wee) </a:t>
            </a:r>
            <a:r>
              <a:rPr lang="en-US" altLang="ko-KR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어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떤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곳인</a:t>
            </a:r>
            <a:r>
              <a:rPr lang="en-US" altLang="ko-KR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가요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A161914-84F5-40C9-86B8-D2725F403AED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9A025FF-4D13-4FD5-BD8D-18DEFE39744E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Ⅰ</a:t>
            </a:r>
            <a:endParaRPr lang="en-US" sz="3600" spc="-300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B21B83D-93C2-412E-9FF6-92438B6C3C4E}"/>
              </a:ext>
            </a:extLst>
          </p:cNvPr>
          <p:cNvSpPr/>
          <p:nvPr/>
        </p:nvSpPr>
        <p:spPr>
          <a:xfrm>
            <a:off x="630538" y="2286005"/>
            <a:ext cx="10930926" cy="3870838"/>
          </a:xfrm>
          <a:prstGeom prst="roundRect">
            <a:avLst>
              <a:gd name="adj" fmla="val 501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1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AAB861D-C12F-4800-BCB4-B95375EF97E2}"/>
              </a:ext>
            </a:extLst>
          </p:cNvPr>
          <p:cNvSpPr/>
          <p:nvPr/>
        </p:nvSpPr>
        <p:spPr>
          <a:xfrm>
            <a:off x="4407546" y="3443316"/>
            <a:ext cx="3426252" cy="2433833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F67E22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1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6FEC09C-4F8B-4063-B4A8-B839DFA7C084}"/>
              </a:ext>
            </a:extLst>
          </p:cNvPr>
          <p:cNvSpPr/>
          <p:nvPr/>
        </p:nvSpPr>
        <p:spPr>
          <a:xfrm rot="16200000" flipH="1">
            <a:off x="7836943" y="3944223"/>
            <a:ext cx="1460219" cy="1432022"/>
          </a:xfrm>
          <a:prstGeom prst="triangle">
            <a:avLst>
              <a:gd name="adj" fmla="val 50000"/>
            </a:avLst>
          </a:prstGeom>
          <a:solidFill>
            <a:srgbClr val="A9C14F">
              <a:alpha val="60000"/>
            </a:srgb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1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A2844D57-D1E2-42C1-A0A6-36E063274AA6}"/>
              </a:ext>
            </a:extLst>
          </p:cNvPr>
          <p:cNvSpPr/>
          <p:nvPr/>
        </p:nvSpPr>
        <p:spPr>
          <a:xfrm rot="5400000">
            <a:off x="2973617" y="3944222"/>
            <a:ext cx="1460219" cy="1432022"/>
          </a:xfrm>
          <a:prstGeom prst="triangle">
            <a:avLst>
              <a:gd name="adj" fmla="val 50000"/>
            </a:avLst>
          </a:prstGeom>
          <a:solidFill>
            <a:srgbClr val="A9C14F">
              <a:alpha val="60000"/>
            </a:srgb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1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C5ECC443-3F50-424E-BC75-6A71EA331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887" y="4001764"/>
            <a:ext cx="2951572" cy="1397159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001BD3EA-9D86-4B10-956A-BEA725A1B259}"/>
              </a:ext>
            </a:extLst>
          </p:cNvPr>
          <p:cNvGrpSpPr/>
          <p:nvPr/>
        </p:nvGrpSpPr>
        <p:grpSpPr>
          <a:xfrm>
            <a:off x="4215176" y="2571846"/>
            <a:ext cx="3791348" cy="550830"/>
            <a:chOff x="4567698" y="3672702"/>
            <a:chExt cx="3101763" cy="52322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5496AB7-6F67-4E4E-8E58-6994F5011F78}"/>
                </a:ext>
              </a:extLst>
            </p:cNvPr>
            <p:cNvSpPr txBox="1"/>
            <p:nvPr/>
          </p:nvSpPr>
          <p:spPr>
            <a:xfrm>
              <a:off x="4567699" y="3672702"/>
              <a:ext cx="3101762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</a:lstStyle>
            <a:p>
              <a:pPr marL="0" lvl="1" algn="ctr"/>
              <a:r>
                <a:rPr lang="ko-KR" altLang="en-US" sz="2800" b="1" dirty="0">
                  <a:solidFill>
                    <a:srgbClr val="F36821"/>
                  </a:solidFill>
                  <a:latin typeface="+mj-ea"/>
                  <a:ea typeface="+mj-ea"/>
                </a:rPr>
                <a:t>학생 감성 소통 공간</a:t>
              </a:r>
            </a:p>
          </p:txBody>
        </p:sp>
        <p:sp>
          <p:nvSpPr>
            <p:cNvPr id="42" name="왼쪽 대괄호 41">
              <a:extLst>
                <a:ext uri="{FF2B5EF4-FFF2-40B4-BE49-F238E27FC236}">
                  <a16:creationId xmlns:a16="http://schemas.microsoft.com/office/drawing/2014/main" id="{582CC00D-0DCC-4D17-94F0-CCEBFF95A5A5}"/>
                </a:ext>
              </a:extLst>
            </p:cNvPr>
            <p:cNvSpPr/>
            <p:nvPr/>
          </p:nvSpPr>
          <p:spPr>
            <a:xfrm>
              <a:off x="4567698" y="3712014"/>
              <a:ext cx="105902" cy="425742"/>
            </a:xfrm>
            <a:prstGeom prst="leftBracket">
              <a:avLst/>
            </a:prstGeom>
            <a:ln>
              <a:solidFill>
                <a:srgbClr val="F67E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3" name="왼쪽 대괄호 42">
              <a:extLst>
                <a:ext uri="{FF2B5EF4-FFF2-40B4-BE49-F238E27FC236}">
                  <a16:creationId xmlns:a16="http://schemas.microsoft.com/office/drawing/2014/main" id="{DC898C46-5B4E-4F17-AF2F-724B41E67DF7}"/>
                </a:ext>
              </a:extLst>
            </p:cNvPr>
            <p:cNvSpPr/>
            <p:nvPr/>
          </p:nvSpPr>
          <p:spPr>
            <a:xfrm flipH="1">
              <a:off x="7563559" y="3712014"/>
              <a:ext cx="105902" cy="425742"/>
            </a:xfrm>
            <a:prstGeom prst="leftBracket">
              <a:avLst/>
            </a:prstGeom>
            <a:ln>
              <a:solidFill>
                <a:srgbClr val="F67E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D6DE97A-1BC6-474D-BD4B-7010676E0C28}"/>
              </a:ext>
            </a:extLst>
          </p:cNvPr>
          <p:cNvSpPr/>
          <p:nvPr/>
        </p:nvSpPr>
        <p:spPr>
          <a:xfrm>
            <a:off x="991482" y="3931439"/>
            <a:ext cx="2157157" cy="1457588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1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0BA8BD-382A-4117-A02E-D8773B0A6163}"/>
              </a:ext>
            </a:extLst>
          </p:cNvPr>
          <p:cNvSpPr txBox="1"/>
          <p:nvPr/>
        </p:nvSpPr>
        <p:spPr>
          <a:xfrm>
            <a:off x="1210322" y="4166106"/>
            <a:ext cx="1719476" cy="98825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miter/>
          </a:ln>
        </p:spPr>
        <p:txBody>
          <a:bodyPr vert="horz" wrap="square" lIns="0" tIns="0" rIns="0" bIns="0" anchor="ctr">
            <a:spAutoFit/>
          </a:bodyPr>
          <a:lstStyle>
            <a:defPPr>
              <a:defRPr lang="ko-KR"/>
            </a:defPPr>
            <a:lvl1pPr indent="0" algn="ctr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rgbClr val="F3682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sz="2000" b="1" dirty="0">
                <a:solidFill>
                  <a:schemeClr val="tx1"/>
                </a:solidFill>
              </a:rPr>
              <a:t>학교생활 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r>
              <a:rPr lang="ko-KR" altLang="en-US" sz="2000" b="1" dirty="0">
                <a:solidFill>
                  <a:schemeClr val="tx1"/>
                </a:solidFill>
              </a:rPr>
              <a:t>적응 도움   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F4E567B-39F8-4C04-BF87-3822AF9A1A55}"/>
              </a:ext>
            </a:extLst>
          </p:cNvPr>
          <p:cNvSpPr/>
          <p:nvPr/>
        </p:nvSpPr>
        <p:spPr>
          <a:xfrm>
            <a:off x="9107179" y="3931439"/>
            <a:ext cx="2157157" cy="1457588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1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543E0E-5B27-4453-B5AE-550ECFE77783}"/>
              </a:ext>
            </a:extLst>
          </p:cNvPr>
          <p:cNvSpPr txBox="1"/>
          <p:nvPr/>
        </p:nvSpPr>
        <p:spPr>
          <a:xfrm>
            <a:off x="9488186" y="4166106"/>
            <a:ext cx="1395144" cy="9882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>
            <a:defPPr>
              <a:defRPr lang="ko-KR"/>
            </a:defPPr>
            <a:lvl1pPr indent="0" algn="ctr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rgbClr val="F3682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sz="2000" b="1" dirty="0">
                <a:solidFill>
                  <a:schemeClr val="tx1"/>
                </a:solidFill>
              </a:rPr>
              <a:t>문제 예방 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r>
              <a:rPr lang="ko-KR" altLang="en-US" sz="2000" b="1" dirty="0">
                <a:solidFill>
                  <a:schemeClr val="tx1"/>
                </a:solidFill>
              </a:rPr>
              <a:t>및 대처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984317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 rot="0">
            <a:off x="998296" y="3704769"/>
            <a:ext cx="4235413" cy="1229536"/>
            <a:chOff x="1302803" y="3424398"/>
            <a:chExt cx="3915351" cy="1229536"/>
          </a:xfrm>
        </p:grpSpPr>
        <p:sp>
          <p:nvSpPr>
            <p:cNvPr id="25" name="TextBox 24"/>
            <p:cNvSpPr txBox="1"/>
            <p:nvPr/>
          </p:nvSpPr>
          <p:spPr>
            <a:xfrm>
              <a:off x="1381753" y="3424398"/>
              <a:ext cx="1106517" cy="493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60000"/>
                </a:lnSpc>
                <a:spcBef>
                  <a:spcPct val="0"/>
                </a:spcBef>
                <a:defRPr/>
              </a:pPr>
              <a:r>
                <a:rPr lang="ko-KR" altLang="en-US">
                  <a:latin typeface="+mj-ea"/>
                  <a:ea typeface="+mj-ea"/>
                  <a:cs typeface="KoPubWorld돋움체 Medium"/>
                </a:rPr>
                <a:t>경력사항</a:t>
              </a:r>
              <a:endParaRPr lang="en-US">
                <a:latin typeface="+mj-ea"/>
                <a:ea typeface="+mj-ea"/>
                <a:cs typeface="KoPubWorld돋움체 Medium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381753" y="3818673"/>
              <a:ext cx="3757451" cy="493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just">
                <a:lnSpc>
                  <a:spcPct val="160000"/>
                </a:lnSpc>
                <a:spcBef>
                  <a:spcPct val="0"/>
                </a:spcBef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OO 상담센터 근무</a:t>
              </a:r>
              <a:endParaRPr lang="ko-KR" altLang="en-US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81753" y="4159953"/>
              <a:ext cx="3836401" cy="493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just">
                <a:lnSpc>
                  <a:spcPct val="160000"/>
                </a:lnSpc>
                <a:spcBef>
                  <a:spcPct val="0"/>
                </a:spcBef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OO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중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,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OO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교육지원청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,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OO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고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,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OO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초 근무</a:t>
              </a:r>
              <a:endParaRPr lang="en-US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1302803" y="3502559"/>
              <a:ext cx="0" cy="318432"/>
            </a:xfrm>
            <a:prstGeom prst="line">
              <a:avLst/>
            </a:prstGeom>
            <a:ln w="63500">
              <a:solidFill>
                <a:srgbClr val="f67e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 rot="0">
            <a:off x="998296" y="5145255"/>
            <a:ext cx="2295409" cy="1672735"/>
            <a:chOff x="7961969" y="3424398"/>
            <a:chExt cx="1919658" cy="1672735"/>
          </a:xfrm>
        </p:grpSpPr>
        <p:sp>
          <p:nvSpPr>
            <p:cNvPr id="19" name="TextBox 18"/>
            <p:cNvSpPr txBox="1"/>
            <p:nvPr/>
          </p:nvSpPr>
          <p:spPr>
            <a:xfrm>
              <a:off x="8040919" y="3424398"/>
              <a:ext cx="1106517" cy="493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just">
                <a:lnSpc>
                  <a:spcPct val="160000"/>
                </a:lnSpc>
                <a:spcBef>
                  <a:spcPct val="0"/>
                </a:spcBef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algn="l">
                <a:defRPr/>
              </a:pPr>
              <a:r>
                <a:rPr lang="ko-KR" altLang="en-US">
                  <a:solidFill>
                    <a:schemeClr val="tx1"/>
                  </a:solidFill>
                  <a:cs typeface="KoPubWorld돋움체 Medium"/>
                </a:rPr>
                <a:t>자격사항</a:t>
              </a:r>
              <a:endParaRPr lang="en-US">
                <a:solidFill>
                  <a:schemeClr val="tx1"/>
                </a:solidFill>
                <a:cs typeface="KoPubWorld돋움체 Medium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40919" y="3818673"/>
              <a:ext cx="1840708" cy="493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just">
                <a:lnSpc>
                  <a:spcPct val="160000"/>
                </a:lnSpc>
                <a:spcBef>
                  <a:spcPct val="0"/>
                </a:spcBef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전문상담교사 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급</a:t>
              </a:r>
              <a:endParaRPr lang="ko-KR" altLang="en-US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40919" y="4159953"/>
              <a:ext cx="1771192" cy="9371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just">
                <a:lnSpc>
                  <a:spcPct val="160000"/>
                </a:lnSpc>
                <a:spcBef>
                  <a:spcPct val="0"/>
                </a:spcBef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lvl="0">
                <a:defRPr/>
              </a:pP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청소년상담사 </a:t>
              </a:r>
              <a:r>
                <a:rPr lang="en-US" altLang="ko-KR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ko-KR" altLang="en-US">
                  <a:solidFill>
                    <a:schemeClr val="tx1"/>
                  </a:solidFill>
                  <a:latin typeface="+mn-ea"/>
                  <a:ea typeface="+mn-ea"/>
                </a:rPr>
                <a:t>급</a:t>
              </a:r>
              <a:endParaRPr lang="en-US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7961969" y="3502559"/>
              <a:ext cx="0" cy="318432"/>
            </a:xfrm>
            <a:prstGeom prst="line">
              <a:avLst/>
            </a:prstGeom>
            <a:ln w="63500">
              <a:solidFill>
                <a:srgbClr val="f67e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832470" y="1339599"/>
            <a:ext cx="7258832" cy="1460751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di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 sz="3600">
                <a:solidFill>
                  <a:srgbClr val="f67c1e"/>
                </a:solidFill>
                <a:latin typeface="카페24 빛나는별"/>
                <a:ea typeface="카페24 빛나는별"/>
              </a:defRPr>
            </a:lvl1pPr>
          </a:lstStyle>
          <a:p>
            <a:pPr algn="l">
              <a:defRPr/>
            </a:pPr>
            <a:r>
              <a:rPr lang="en-US" altLang="ko-KR" sz="20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(</a:t>
            </a:r>
            <a:r>
              <a:rPr lang="ko-KR" altLang="en-US" sz="20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예시</a:t>
            </a:r>
            <a:r>
              <a:rPr lang="en-US" altLang="ko-KR" sz="20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)</a:t>
            </a:r>
            <a:endParaRPr lang="en-US" altLang="ko-KR" sz="2000">
              <a:solidFill>
                <a:schemeClr val="bg1">
                  <a:lumMod val="75000"/>
                </a:schemeClr>
              </a:solidFill>
              <a:latin typeface="+mj-ea"/>
              <a:ea typeface="+mj-ea"/>
              <a:cs typeface="+mn-cs"/>
            </a:endParaRPr>
          </a:p>
          <a:p>
            <a:pPr lvl="0">
              <a:defRPr/>
            </a:pPr>
            <a:r>
              <a:rPr lang="en-US" altLang="ko-KR" sz="40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“</a:t>
            </a:r>
            <a:r>
              <a:rPr lang="ko-KR" altLang="en-US" sz="40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저는 </a:t>
            </a:r>
            <a:r>
              <a:rPr lang="ko-KR" altLang="en-US" sz="4000">
                <a:solidFill>
                  <a:srgbClr val="a9c14f"/>
                </a:solidFill>
                <a:latin typeface="+mj-ea"/>
                <a:ea typeface="+mj-ea"/>
                <a:cs typeface="+mn-cs"/>
              </a:rPr>
              <a:t>전문상담교사</a:t>
            </a:r>
            <a:r>
              <a:rPr lang="ko-KR" altLang="en-US" sz="40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 </a:t>
            </a:r>
            <a:r>
              <a:rPr lang="ko-KR" altLang="en-US" sz="40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나상담</a:t>
            </a:r>
            <a:r>
              <a:rPr lang="ko-KR" altLang="en-US" sz="40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 </a:t>
            </a:r>
            <a:r>
              <a:rPr lang="ko-KR" altLang="en-US" sz="40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입니다</a:t>
            </a:r>
            <a:r>
              <a:rPr lang="en-US" altLang="ko-KR" sz="40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.”</a:t>
            </a:r>
            <a:endParaRPr lang="en-US" altLang="ko-KR" sz="400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35" name="사각형: 둥근 위쪽 모서리 34"/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anchor="ctr"/>
          <a:lstStyle/>
          <a:p>
            <a:pPr marL="36004" algn="ctr">
              <a:defRPr/>
            </a:pP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latin typeface="에스코어 드림 5 Medium"/>
              <a:ea typeface="에스코어 드림 5 Medium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위</a:t>
            </a:r>
            <a:r>
              <a:rPr lang="en-US" altLang="ko-KR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(Wee) </a:t>
            </a:r>
            <a:r>
              <a:rPr lang="ko-KR" altLang="en-US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클래스는 누가 담당 하나</a:t>
            </a:r>
            <a:r>
              <a:rPr lang="en-US" altLang="ko-KR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요?</a:t>
            </a:r>
            <a:endParaRPr lang="en-US" altLang="ko-KR" b="1">
              <a:solidFill>
                <a:schemeClr val="tx1"/>
              </a:solidFill>
              <a:latin typeface="+mj-ea"/>
              <a:ea typeface="+mj-ea"/>
              <a:cs typeface="+mn-cs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/>
                <a:ea typeface="바탕체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 lvl="0">
              <a:defRPr/>
            </a:pPr>
            <a:r>
              <a:rPr lang="ko-KR" altLang="ko-KR" sz="3600" spc="-300"/>
              <a:t>Ⅱ</a:t>
            </a:r>
            <a:endParaRPr lang="en-US" sz="3600" spc="-3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24889" y="3704769"/>
            <a:ext cx="4150009" cy="2937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D7C8AD3-1C8D-41D1-8902-3F75BC8BD1D5}"/>
              </a:ext>
            </a:extLst>
          </p:cNvPr>
          <p:cNvGrpSpPr/>
          <p:nvPr/>
        </p:nvGrpSpPr>
        <p:grpSpPr>
          <a:xfrm>
            <a:off x="4439617" y="1504449"/>
            <a:ext cx="3306718" cy="3604304"/>
            <a:chOff x="4439617" y="1504449"/>
            <a:chExt cx="3306718" cy="3604304"/>
          </a:xfrm>
        </p:grpSpPr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AC08529D-6A5F-4F8D-B11F-8165C1F768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2" t="1079" r="50510" b="-1079"/>
            <a:stretch/>
          </p:blipFill>
          <p:spPr>
            <a:xfrm>
              <a:off x="4928783" y="1879718"/>
              <a:ext cx="2069268" cy="3229035"/>
            </a:xfrm>
            <a:prstGeom prst="rect">
              <a:avLst/>
            </a:prstGeom>
          </p:spPr>
        </p:pic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183520A-1121-48EA-9155-EA3A912F582B}"/>
                </a:ext>
              </a:extLst>
            </p:cNvPr>
            <p:cNvSpPr/>
            <p:nvPr/>
          </p:nvSpPr>
          <p:spPr>
            <a:xfrm>
              <a:off x="4736646" y="1504449"/>
              <a:ext cx="2606880" cy="3435395"/>
            </a:xfrm>
            <a:custGeom>
              <a:avLst/>
              <a:gdLst>
                <a:gd name="connsiteX0" fmla="*/ 1361838 w 2698226"/>
                <a:gd name="connsiteY0" fmla="*/ 158081 h 3555773"/>
                <a:gd name="connsiteX1" fmla="*/ 504193 w 2698226"/>
                <a:gd name="connsiteY1" fmla="*/ 1015726 h 3555773"/>
                <a:gd name="connsiteX2" fmla="*/ 1361838 w 2698226"/>
                <a:gd name="connsiteY2" fmla="*/ 1873371 h 3555773"/>
                <a:gd name="connsiteX3" fmla="*/ 2219483 w 2698226"/>
                <a:gd name="connsiteY3" fmla="*/ 1015726 h 3555773"/>
                <a:gd name="connsiteX4" fmla="*/ 1361838 w 2698226"/>
                <a:gd name="connsiteY4" fmla="*/ 158081 h 3555773"/>
                <a:gd name="connsiteX5" fmla="*/ 0 w 2698226"/>
                <a:gd name="connsiteY5" fmla="*/ 0 h 3555773"/>
                <a:gd name="connsiteX6" fmla="*/ 2698226 w 2698226"/>
                <a:gd name="connsiteY6" fmla="*/ 0 h 3555773"/>
                <a:gd name="connsiteX7" fmla="*/ 2698226 w 2698226"/>
                <a:gd name="connsiteY7" fmla="*/ 3555773 h 3555773"/>
                <a:gd name="connsiteX8" fmla="*/ 0 w 2698226"/>
                <a:gd name="connsiteY8" fmla="*/ 3555773 h 3555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8226" h="3555773">
                  <a:moveTo>
                    <a:pt x="1361838" y="158081"/>
                  </a:moveTo>
                  <a:cubicBezTo>
                    <a:pt x="888174" y="158081"/>
                    <a:pt x="504193" y="542062"/>
                    <a:pt x="504193" y="1015726"/>
                  </a:cubicBezTo>
                  <a:cubicBezTo>
                    <a:pt x="504193" y="1489390"/>
                    <a:pt x="888174" y="1873371"/>
                    <a:pt x="1361838" y="1873371"/>
                  </a:cubicBezTo>
                  <a:cubicBezTo>
                    <a:pt x="1835502" y="1873371"/>
                    <a:pt x="2219483" y="1489390"/>
                    <a:pt x="2219483" y="1015726"/>
                  </a:cubicBezTo>
                  <a:cubicBezTo>
                    <a:pt x="2219483" y="542062"/>
                    <a:pt x="1835502" y="158081"/>
                    <a:pt x="1361838" y="158081"/>
                  </a:cubicBezTo>
                  <a:close/>
                  <a:moveTo>
                    <a:pt x="0" y="0"/>
                  </a:moveTo>
                  <a:lnTo>
                    <a:pt x="2698226" y="0"/>
                  </a:lnTo>
                  <a:lnTo>
                    <a:pt x="2698226" y="3555773"/>
                  </a:lnTo>
                  <a:lnTo>
                    <a:pt x="0" y="3555773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i="0" u="none" strike="noStrike" kern="1200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563301B-CC8A-47AA-931C-80A27F37405C}"/>
                </a:ext>
              </a:extLst>
            </p:cNvPr>
            <p:cNvSpPr/>
            <p:nvPr/>
          </p:nvSpPr>
          <p:spPr>
            <a:xfrm>
              <a:off x="5238772" y="1657254"/>
              <a:ext cx="1657220" cy="1657220"/>
            </a:xfrm>
            <a:prstGeom prst="ellipse">
              <a:avLst/>
            </a:prstGeom>
            <a:noFill/>
            <a:ln w="28575" cap="flat" cmpd="sng" algn="ctr">
              <a:gradFill>
                <a:gsLst>
                  <a:gs pos="0">
                    <a:srgbClr val="F36821"/>
                  </a:gs>
                  <a:gs pos="100000">
                    <a:srgbClr val="A9C14F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EF70988-395E-4183-A317-647962EF0145}"/>
                </a:ext>
              </a:extLst>
            </p:cNvPr>
            <p:cNvSpPr/>
            <p:nvPr/>
          </p:nvSpPr>
          <p:spPr>
            <a:xfrm>
              <a:off x="4439617" y="3371461"/>
              <a:ext cx="3306718" cy="448655"/>
            </a:xfrm>
            <a:prstGeom prst="roundRect">
              <a:avLst>
                <a:gd name="adj" fmla="val 44176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70FA74-6128-45D2-A298-E0791173CA93}"/>
                </a:ext>
              </a:extLst>
            </p:cNvPr>
            <p:cNvSpPr txBox="1"/>
            <p:nvPr/>
          </p:nvSpPr>
          <p:spPr>
            <a:xfrm>
              <a:off x="5151805" y="3402506"/>
              <a:ext cx="1882342" cy="3865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</a:lstStyle>
            <a:p>
              <a:pPr marL="0" lvl="1" algn="ctr"/>
              <a:r>
                <a:rPr lang="ko-KR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교 사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B07778DD-B083-4126-BC35-03CE35EE5A65}"/>
              </a:ext>
            </a:extLst>
          </p:cNvPr>
          <p:cNvGrpSpPr/>
          <p:nvPr/>
        </p:nvGrpSpPr>
        <p:grpSpPr>
          <a:xfrm>
            <a:off x="8039221" y="1509738"/>
            <a:ext cx="3306718" cy="3435395"/>
            <a:chOff x="7852601" y="1509738"/>
            <a:chExt cx="3306718" cy="3435395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860F5010-6D4F-4CAA-8147-F8EC2917D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8023" y="2076017"/>
              <a:ext cx="1114500" cy="2250769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6F8BC6B-B161-4F7A-A207-D6823C72D5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665" t="15708" r="39397" b="15286"/>
            <a:stretch/>
          </p:blipFill>
          <p:spPr>
            <a:xfrm>
              <a:off x="9400142" y="1980002"/>
              <a:ext cx="895280" cy="2346784"/>
            </a:xfrm>
            <a:prstGeom prst="rect">
              <a:avLst/>
            </a:prstGeom>
          </p:spPr>
        </p:pic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3E237390-BFD8-4132-AC4E-A24EFD9DAAD1}"/>
                </a:ext>
              </a:extLst>
            </p:cNvPr>
            <p:cNvSpPr/>
            <p:nvPr/>
          </p:nvSpPr>
          <p:spPr>
            <a:xfrm>
              <a:off x="8200022" y="1509738"/>
              <a:ext cx="2606880" cy="3435395"/>
            </a:xfrm>
            <a:custGeom>
              <a:avLst/>
              <a:gdLst>
                <a:gd name="connsiteX0" fmla="*/ 1361838 w 2698226"/>
                <a:gd name="connsiteY0" fmla="*/ 158081 h 3555773"/>
                <a:gd name="connsiteX1" fmla="*/ 504193 w 2698226"/>
                <a:gd name="connsiteY1" fmla="*/ 1015726 h 3555773"/>
                <a:gd name="connsiteX2" fmla="*/ 1361838 w 2698226"/>
                <a:gd name="connsiteY2" fmla="*/ 1873371 h 3555773"/>
                <a:gd name="connsiteX3" fmla="*/ 2219483 w 2698226"/>
                <a:gd name="connsiteY3" fmla="*/ 1015726 h 3555773"/>
                <a:gd name="connsiteX4" fmla="*/ 1361838 w 2698226"/>
                <a:gd name="connsiteY4" fmla="*/ 158081 h 3555773"/>
                <a:gd name="connsiteX5" fmla="*/ 0 w 2698226"/>
                <a:gd name="connsiteY5" fmla="*/ 0 h 3555773"/>
                <a:gd name="connsiteX6" fmla="*/ 2698226 w 2698226"/>
                <a:gd name="connsiteY6" fmla="*/ 0 h 3555773"/>
                <a:gd name="connsiteX7" fmla="*/ 2698226 w 2698226"/>
                <a:gd name="connsiteY7" fmla="*/ 3555773 h 3555773"/>
                <a:gd name="connsiteX8" fmla="*/ 0 w 2698226"/>
                <a:gd name="connsiteY8" fmla="*/ 3555773 h 3555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8226" h="3555773">
                  <a:moveTo>
                    <a:pt x="1361838" y="158081"/>
                  </a:moveTo>
                  <a:cubicBezTo>
                    <a:pt x="888174" y="158081"/>
                    <a:pt x="504193" y="542062"/>
                    <a:pt x="504193" y="1015726"/>
                  </a:cubicBezTo>
                  <a:cubicBezTo>
                    <a:pt x="504193" y="1489390"/>
                    <a:pt x="888174" y="1873371"/>
                    <a:pt x="1361838" y="1873371"/>
                  </a:cubicBezTo>
                  <a:cubicBezTo>
                    <a:pt x="1835502" y="1873371"/>
                    <a:pt x="2219483" y="1489390"/>
                    <a:pt x="2219483" y="1015726"/>
                  </a:cubicBezTo>
                  <a:cubicBezTo>
                    <a:pt x="2219483" y="542062"/>
                    <a:pt x="1835502" y="158081"/>
                    <a:pt x="1361838" y="158081"/>
                  </a:cubicBezTo>
                  <a:close/>
                  <a:moveTo>
                    <a:pt x="0" y="0"/>
                  </a:moveTo>
                  <a:lnTo>
                    <a:pt x="2698226" y="0"/>
                  </a:lnTo>
                  <a:lnTo>
                    <a:pt x="2698226" y="3555773"/>
                  </a:lnTo>
                  <a:lnTo>
                    <a:pt x="0" y="3555773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i="0" u="none" strike="noStrike" kern="1200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4770E464-3E44-4FDF-BF92-B462BC42396F}"/>
                </a:ext>
              </a:extLst>
            </p:cNvPr>
            <p:cNvSpPr/>
            <p:nvPr/>
          </p:nvSpPr>
          <p:spPr>
            <a:xfrm>
              <a:off x="8674852" y="1657254"/>
              <a:ext cx="1657220" cy="1657220"/>
            </a:xfrm>
            <a:prstGeom prst="ellipse">
              <a:avLst/>
            </a:prstGeom>
            <a:noFill/>
            <a:ln w="28575" cap="flat" cmpd="sng" algn="ctr">
              <a:gradFill>
                <a:gsLst>
                  <a:gs pos="0">
                    <a:srgbClr val="F36821"/>
                  </a:gs>
                  <a:gs pos="100000">
                    <a:srgbClr val="A9C14F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9F4B0CB-9E45-4D16-BA04-59A1D01416BC}"/>
                </a:ext>
              </a:extLst>
            </p:cNvPr>
            <p:cNvSpPr/>
            <p:nvPr/>
          </p:nvSpPr>
          <p:spPr>
            <a:xfrm>
              <a:off x="7852601" y="3371461"/>
              <a:ext cx="3306718" cy="448655"/>
            </a:xfrm>
            <a:prstGeom prst="roundRect">
              <a:avLst>
                <a:gd name="adj" fmla="val 44176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E309528-177B-4525-B866-1BB0507FE43C}"/>
              </a:ext>
            </a:extLst>
          </p:cNvPr>
          <p:cNvSpPr txBox="1"/>
          <p:nvPr/>
        </p:nvSpPr>
        <p:spPr>
          <a:xfrm>
            <a:off x="8751409" y="3402506"/>
            <a:ext cx="1882342" cy="386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</a:lstStyle>
          <a:p>
            <a:pPr marL="0" lvl="1" algn="ctr"/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학 부 모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9A9F67-428C-4A5C-865A-951D6BF0A854}"/>
              </a:ext>
            </a:extLst>
          </p:cNvPr>
          <p:cNvGrpSpPr/>
          <p:nvPr/>
        </p:nvGrpSpPr>
        <p:grpSpPr>
          <a:xfrm>
            <a:off x="881975" y="1500502"/>
            <a:ext cx="3306718" cy="3435395"/>
            <a:chOff x="1068595" y="1500502"/>
            <a:chExt cx="3306718" cy="3435395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9CA389E-0934-4425-B9E9-75FA302D7163}"/>
                </a:ext>
              </a:extLst>
            </p:cNvPr>
            <p:cNvGrpSpPr/>
            <p:nvPr/>
          </p:nvGrpSpPr>
          <p:grpSpPr>
            <a:xfrm>
              <a:off x="1424171" y="2086228"/>
              <a:ext cx="2455979" cy="1256740"/>
              <a:chOff x="1846742" y="1941840"/>
              <a:chExt cx="2468573" cy="1263184"/>
            </a:xfrm>
          </p:grpSpPr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EA5EDB86-6435-404F-A5DB-DAACC1AC3D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66" r="61864"/>
              <a:stretch/>
            </p:blipFill>
            <p:spPr>
              <a:xfrm>
                <a:off x="1846742" y="1941840"/>
                <a:ext cx="1302831" cy="1242584"/>
              </a:xfrm>
              <a:prstGeom prst="rect">
                <a:avLst/>
              </a:prstGeom>
            </p:spPr>
          </p:pic>
          <p:pic>
            <p:nvPicPr>
              <p:cNvPr id="47" name="그림 46">
                <a:extLst>
                  <a:ext uri="{FF2B5EF4-FFF2-40B4-BE49-F238E27FC236}">
                    <a16:creationId xmlns:a16="http://schemas.microsoft.com/office/drawing/2014/main" id="{31E1AB48-F5C9-4199-8D2A-605B56B100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858" r="17172"/>
              <a:stretch/>
            </p:blipFill>
            <p:spPr>
              <a:xfrm>
                <a:off x="2500536" y="1941840"/>
                <a:ext cx="1302831" cy="1242584"/>
              </a:xfrm>
              <a:prstGeom prst="rect">
                <a:avLst/>
              </a:prstGeom>
            </p:spPr>
          </p:pic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AE4FF062-EAC8-47C9-B88F-5B1D744EF8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667" r="-4637"/>
              <a:stretch/>
            </p:blipFill>
            <p:spPr>
              <a:xfrm>
                <a:off x="3012484" y="1962440"/>
                <a:ext cx="1302831" cy="1242584"/>
              </a:xfrm>
              <a:prstGeom prst="rect">
                <a:avLst/>
              </a:prstGeom>
            </p:spPr>
          </p:pic>
        </p:grp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2C9FB0BC-ADE6-4D7D-A75C-9F1A39CDE940}"/>
                </a:ext>
              </a:extLst>
            </p:cNvPr>
            <p:cNvSpPr/>
            <p:nvPr/>
          </p:nvSpPr>
          <p:spPr>
            <a:xfrm>
              <a:off x="1424484" y="1500502"/>
              <a:ext cx="2606880" cy="3435395"/>
            </a:xfrm>
            <a:custGeom>
              <a:avLst/>
              <a:gdLst>
                <a:gd name="connsiteX0" fmla="*/ 1361838 w 2698226"/>
                <a:gd name="connsiteY0" fmla="*/ 158081 h 3555773"/>
                <a:gd name="connsiteX1" fmla="*/ 504193 w 2698226"/>
                <a:gd name="connsiteY1" fmla="*/ 1015726 h 3555773"/>
                <a:gd name="connsiteX2" fmla="*/ 1361838 w 2698226"/>
                <a:gd name="connsiteY2" fmla="*/ 1873371 h 3555773"/>
                <a:gd name="connsiteX3" fmla="*/ 2219483 w 2698226"/>
                <a:gd name="connsiteY3" fmla="*/ 1015726 h 3555773"/>
                <a:gd name="connsiteX4" fmla="*/ 1361838 w 2698226"/>
                <a:gd name="connsiteY4" fmla="*/ 158081 h 3555773"/>
                <a:gd name="connsiteX5" fmla="*/ 0 w 2698226"/>
                <a:gd name="connsiteY5" fmla="*/ 0 h 3555773"/>
                <a:gd name="connsiteX6" fmla="*/ 2698226 w 2698226"/>
                <a:gd name="connsiteY6" fmla="*/ 0 h 3555773"/>
                <a:gd name="connsiteX7" fmla="*/ 2698226 w 2698226"/>
                <a:gd name="connsiteY7" fmla="*/ 3555773 h 3555773"/>
                <a:gd name="connsiteX8" fmla="*/ 0 w 2698226"/>
                <a:gd name="connsiteY8" fmla="*/ 3555773 h 3555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8226" h="3555773">
                  <a:moveTo>
                    <a:pt x="1361838" y="158081"/>
                  </a:moveTo>
                  <a:cubicBezTo>
                    <a:pt x="888174" y="158081"/>
                    <a:pt x="504193" y="542062"/>
                    <a:pt x="504193" y="1015726"/>
                  </a:cubicBezTo>
                  <a:cubicBezTo>
                    <a:pt x="504193" y="1489390"/>
                    <a:pt x="888174" y="1873371"/>
                    <a:pt x="1361838" y="1873371"/>
                  </a:cubicBezTo>
                  <a:cubicBezTo>
                    <a:pt x="1835502" y="1873371"/>
                    <a:pt x="2219483" y="1489390"/>
                    <a:pt x="2219483" y="1015726"/>
                  </a:cubicBezTo>
                  <a:cubicBezTo>
                    <a:pt x="2219483" y="542062"/>
                    <a:pt x="1835502" y="158081"/>
                    <a:pt x="1361838" y="158081"/>
                  </a:cubicBezTo>
                  <a:close/>
                  <a:moveTo>
                    <a:pt x="0" y="0"/>
                  </a:moveTo>
                  <a:lnTo>
                    <a:pt x="2698226" y="0"/>
                  </a:lnTo>
                  <a:lnTo>
                    <a:pt x="2698226" y="3555773"/>
                  </a:lnTo>
                  <a:lnTo>
                    <a:pt x="0" y="3555773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i="0" u="none" strike="noStrike" kern="1200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FE421A29-5040-43AA-955A-4F8D6141B5D9}"/>
                </a:ext>
              </a:extLst>
            </p:cNvPr>
            <p:cNvSpPr/>
            <p:nvPr/>
          </p:nvSpPr>
          <p:spPr>
            <a:xfrm>
              <a:off x="1924676" y="1657254"/>
              <a:ext cx="1657220" cy="1657220"/>
            </a:xfrm>
            <a:prstGeom prst="ellipse">
              <a:avLst/>
            </a:prstGeom>
            <a:noFill/>
            <a:ln w="28575" cap="flat" cmpd="sng" algn="ctr">
              <a:gradFill>
                <a:gsLst>
                  <a:gs pos="0">
                    <a:srgbClr val="F36821"/>
                  </a:gs>
                  <a:gs pos="100000">
                    <a:srgbClr val="A9C14F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16B4F7CE-F0F4-484D-B1BB-8027229E0247}"/>
                </a:ext>
              </a:extLst>
            </p:cNvPr>
            <p:cNvSpPr/>
            <p:nvPr/>
          </p:nvSpPr>
          <p:spPr>
            <a:xfrm>
              <a:off x="1068595" y="3371461"/>
              <a:ext cx="3306718" cy="448655"/>
            </a:xfrm>
            <a:prstGeom prst="roundRect">
              <a:avLst>
                <a:gd name="adj" fmla="val 44176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FD2E7B-FF95-455B-AE2B-63C09F6B6D1A}"/>
                </a:ext>
              </a:extLst>
            </p:cNvPr>
            <p:cNvSpPr txBox="1"/>
            <p:nvPr/>
          </p:nvSpPr>
          <p:spPr>
            <a:xfrm>
              <a:off x="1780784" y="3402506"/>
              <a:ext cx="1882342" cy="3865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</a:lstStyle>
            <a:p>
              <a:pPr marL="0" lvl="1" algn="ctr"/>
              <a:r>
                <a:rPr lang="ko-KR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학 생</a:t>
              </a:r>
            </a:p>
          </p:txBody>
        </p:sp>
      </p:grp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7424A4-D304-4EDE-B6D2-A5B5F5FFCBAC}"/>
              </a:ext>
            </a:extLst>
          </p:cNvPr>
          <p:cNvSpPr/>
          <p:nvPr/>
        </p:nvSpPr>
        <p:spPr>
          <a:xfrm>
            <a:off x="0" y="3924719"/>
            <a:ext cx="12192000" cy="278087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00C0D64-FE91-470F-9FFF-11FBC12F650C}"/>
              </a:ext>
            </a:extLst>
          </p:cNvPr>
          <p:cNvSpPr/>
          <p:nvPr/>
        </p:nvSpPr>
        <p:spPr>
          <a:xfrm>
            <a:off x="4521550" y="5362826"/>
            <a:ext cx="6824389" cy="1170327"/>
          </a:xfrm>
          <a:prstGeom prst="roundRect">
            <a:avLst>
              <a:gd name="adj" fmla="val 5018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E61D2DD-EF88-4175-8181-3771483CDA9A}"/>
              </a:ext>
            </a:extLst>
          </p:cNvPr>
          <p:cNvSpPr/>
          <p:nvPr/>
        </p:nvSpPr>
        <p:spPr>
          <a:xfrm>
            <a:off x="888969" y="4072381"/>
            <a:ext cx="6857365" cy="1170327"/>
          </a:xfrm>
          <a:prstGeom prst="roundRect">
            <a:avLst>
              <a:gd name="adj" fmla="val 5018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37014DB-40AC-459D-A862-23AFB9E9FEB4}"/>
              </a:ext>
            </a:extLst>
          </p:cNvPr>
          <p:cNvGrpSpPr/>
          <p:nvPr/>
        </p:nvGrpSpPr>
        <p:grpSpPr>
          <a:xfrm>
            <a:off x="4570542" y="5516348"/>
            <a:ext cx="3044868" cy="906560"/>
            <a:chOff x="4758584" y="5340468"/>
            <a:chExt cx="2626530" cy="93832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843FA2-B8B5-455A-AA13-E45708AA6233}"/>
                </a:ext>
              </a:extLst>
            </p:cNvPr>
            <p:cNvSpPr txBox="1"/>
            <p:nvPr/>
          </p:nvSpPr>
          <p:spPr>
            <a:xfrm>
              <a:off x="4805315" y="5340468"/>
              <a:ext cx="2533068" cy="38227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lvl="1" algn="ctr"/>
              <a:r>
                <a:rPr lang="ko-KR" altLang="en-US" dirty="0">
                  <a:latin typeface="+mj-ea"/>
                  <a:ea typeface="+mj-ea"/>
                </a:rPr>
                <a:t>학부모상담 자문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BD5D158-C39E-45CB-88AC-B6885493429E}"/>
                </a:ext>
              </a:extLst>
            </p:cNvPr>
            <p:cNvSpPr txBox="1"/>
            <p:nvPr/>
          </p:nvSpPr>
          <p:spPr>
            <a:xfrm>
              <a:off x="4758584" y="5673529"/>
              <a:ext cx="2626530" cy="605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algn="ctr"/>
              <a:r>
                <a:rPr lang="ko-KR" altLang="en-US" sz="1600" dirty="0"/>
                <a:t>학부모 특성 이해</a:t>
              </a:r>
              <a:r>
                <a:rPr lang="en-US" altLang="ko-KR" sz="1600" dirty="0"/>
                <a:t>, </a:t>
              </a:r>
            </a:p>
            <a:p>
              <a:pPr marL="0" lvl="1" algn="ctr"/>
              <a:r>
                <a:rPr lang="ko-KR" altLang="en-US" sz="1600" dirty="0"/>
                <a:t>의사소통 방법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부모 양육</a:t>
              </a:r>
              <a:r>
                <a:rPr lang="en-US" altLang="ko-KR" sz="1600" dirty="0"/>
                <a:t> </a:t>
              </a:r>
              <a:r>
                <a:rPr lang="ko-KR" altLang="en-US" sz="1600" dirty="0"/>
                <a:t>태도 등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B3167B-84A6-4269-8A6A-5859D809862D}"/>
              </a:ext>
            </a:extLst>
          </p:cNvPr>
          <p:cNvGrpSpPr/>
          <p:nvPr/>
        </p:nvGrpSpPr>
        <p:grpSpPr>
          <a:xfrm>
            <a:off x="8235271" y="5516349"/>
            <a:ext cx="3044868" cy="906559"/>
            <a:chOff x="4758584" y="4476839"/>
            <a:chExt cx="2626530" cy="93832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EED7891-1FCB-40D6-BC41-1056BD23A3F6}"/>
                </a:ext>
              </a:extLst>
            </p:cNvPr>
            <p:cNvSpPr txBox="1"/>
            <p:nvPr/>
          </p:nvSpPr>
          <p:spPr>
            <a:xfrm>
              <a:off x="4805315" y="4476839"/>
              <a:ext cx="2533068" cy="38227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lvl="1" algn="ctr"/>
              <a:r>
                <a:rPr lang="ko-KR" altLang="en-US" dirty="0">
                  <a:latin typeface="+mj-ea"/>
                  <a:ea typeface="+mj-ea"/>
                </a:rPr>
                <a:t>자녀관련 자문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F6934AE-63E6-40D5-B27B-98536325531B}"/>
                </a:ext>
              </a:extLst>
            </p:cNvPr>
            <p:cNvSpPr txBox="1"/>
            <p:nvPr/>
          </p:nvSpPr>
          <p:spPr>
            <a:xfrm>
              <a:off x="4758584" y="4809899"/>
              <a:ext cx="2626530" cy="605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algn="ctr"/>
              <a:r>
                <a:rPr lang="ko-KR" altLang="en-US" sz="1600" dirty="0"/>
                <a:t>자녀발달특성 이해</a:t>
              </a:r>
              <a:r>
                <a:rPr lang="en-US" altLang="ko-KR" sz="1600" dirty="0"/>
                <a:t>, </a:t>
              </a:r>
            </a:p>
            <a:p>
              <a:pPr marL="0" lvl="1" algn="ctr"/>
              <a:r>
                <a:rPr lang="ko-KR" altLang="en-US" sz="1600" dirty="0"/>
                <a:t>양육방법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전문기관 정보 제공 등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DFDB08D-AA0B-4239-9E30-388B2CA5B212}"/>
              </a:ext>
            </a:extLst>
          </p:cNvPr>
          <p:cNvGrpSpPr/>
          <p:nvPr/>
        </p:nvGrpSpPr>
        <p:grpSpPr>
          <a:xfrm>
            <a:off x="1001310" y="4225905"/>
            <a:ext cx="6614100" cy="906559"/>
            <a:chOff x="1609616" y="4102198"/>
            <a:chExt cx="5705381" cy="9383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3498BC5-CBA8-4B20-A2AA-5EE2B791E2EB}"/>
                </a:ext>
              </a:extLst>
            </p:cNvPr>
            <p:cNvSpPr txBox="1"/>
            <p:nvPr/>
          </p:nvSpPr>
          <p:spPr>
            <a:xfrm>
              <a:off x="1609616" y="4139446"/>
              <a:ext cx="2461781" cy="3822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latin typeface="+mj-ea"/>
                  <a:ea typeface="+mj-ea"/>
                </a:rPr>
                <a:t>본교 재학 중인 모든 학생 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ADFAD8E-4C59-4D88-938F-6FD5AF1788E1}"/>
                </a:ext>
              </a:extLst>
            </p:cNvPr>
            <p:cNvGrpSpPr/>
            <p:nvPr/>
          </p:nvGrpSpPr>
          <p:grpSpPr>
            <a:xfrm>
              <a:off x="4688467" y="4102198"/>
              <a:ext cx="2626530" cy="938326"/>
              <a:chOff x="4758584" y="4476839"/>
              <a:chExt cx="2626530" cy="938326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6B6F37-8968-4182-A9A4-B257E59D6444}"/>
                  </a:ext>
                </a:extLst>
              </p:cNvPr>
              <p:cNvSpPr txBox="1"/>
              <p:nvPr/>
            </p:nvSpPr>
            <p:spPr>
              <a:xfrm>
                <a:off x="4805315" y="4476839"/>
                <a:ext cx="2533068" cy="38227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lvl="1" algn="ctr"/>
                <a:r>
                  <a:rPr lang="ko-KR" altLang="en-US" dirty="0">
                    <a:latin typeface="+mj-ea"/>
                    <a:ea typeface="+mj-ea"/>
                  </a:rPr>
                  <a:t>학생상담 자문</a:t>
                </a:r>
                <a:r>
                  <a:rPr lang="en-US" altLang="ko-KR" dirty="0">
                    <a:latin typeface="+mj-ea"/>
                    <a:ea typeface="+mj-ea"/>
                  </a:rPr>
                  <a:t> 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5EF3AD2-527B-4E0B-B444-DE945FCBA194}"/>
                  </a:ext>
                </a:extLst>
              </p:cNvPr>
              <p:cNvSpPr txBox="1"/>
              <p:nvPr/>
            </p:nvSpPr>
            <p:spPr>
              <a:xfrm>
                <a:off x="4758584" y="4809899"/>
                <a:ext cx="2626530" cy="605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algn="ctr"/>
                <a:r>
                  <a:rPr lang="ko-KR" altLang="en-US" sz="1600" dirty="0"/>
                  <a:t>학생 발달특성 이해</a:t>
                </a:r>
                <a:r>
                  <a:rPr lang="en-US" altLang="ko-KR" sz="1600" dirty="0"/>
                  <a:t>, </a:t>
                </a:r>
              </a:p>
              <a:p>
                <a:pPr marL="0" lvl="1" algn="ctr"/>
                <a:r>
                  <a:rPr lang="ko-KR" altLang="en-US" sz="1600" dirty="0"/>
                  <a:t>생활지도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학생 사안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해결 지원 등</a:t>
                </a:r>
              </a:p>
            </p:txBody>
          </p:sp>
        </p:grpSp>
        <p:sp>
          <p:nvSpPr>
            <p:cNvPr id="6" name="화살표: 왼쪽/오른쪽 5">
              <a:extLst>
                <a:ext uri="{FF2B5EF4-FFF2-40B4-BE49-F238E27FC236}">
                  <a16:creationId xmlns:a16="http://schemas.microsoft.com/office/drawing/2014/main" id="{6CFF5EA7-3F34-44E2-ADD7-ADFF61178369}"/>
                </a:ext>
              </a:extLst>
            </p:cNvPr>
            <p:cNvSpPr/>
            <p:nvPr/>
          </p:nvSpPr>
          <p:spPr>
            <a:xfrm>
              <a:off x="4065481" y="4139446"/>
              <a:ext cx="772341" cy="307775"/>
            </a:xfrm>
            <a:prstGeom prst="leftRightArrow">
              <a:avLst/>
            </a:prstGeom>
            <a:solidFill>
              <a:srgbClr val="A9C14F">
                <a:alpha val="39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sz="2000" b="0" i="0" u="none" strike="noStrike" kern="1200" cap="none" spc="0" normalizeH="0" baseline="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sp>
        <p:nvSpPr>
          <p:cNvPr id="36" name="화살표: 왼쪽/오른쪽 35">
            <a:extLst>
              <a:ext uri="{FF2B5EF4-FFF2-40B4-BE49-F238E27FC236}">
                <a16:creationId xmlns:a16="http://schemas.microsoft.com/office/drawing/2014/main" id="{1138CC51-80B4-48EE-B670-28022CC7D4AA}"/>
              </a:ext>
            </a:extLst>
          </p:cNvPr>
          <p:cNvSpPr/>
          <p:nvPr/>
        </p:nvSpPr>
        <p:spPr>
          <a:xfrm>
            <a:off x="7392908" y="5552337"/>
            <a:ext cx="895355" cy="297356"/>
          </a:xfrm>
          <a:prstGeom prst="leftRightArrow">
            <a:avLst/>
          </a:prstGeom>
          <a:solidFill>
            <a:srgbClr val="A9C14F">
              <a:alpha val="39000"/>
            </a:srgb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1" name="사각형: 둥근 위쪽 모서리 40">
            <a:extLst>
              <a:ext uri="{FF2B5EF4-FFF2-40B4-BE49-F238E27FC236}">
                <a16:creationId xmlns:a16="http://schemas.microsoft.com/office/drawing/2014/main" id="{152122C8-C161-46ED-9C6D-A6C30285CD70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2E7A61-9BC6-4AFE-89FA-5E0ED8443DBB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 누가 이용 하나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요?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BE6CFB3-4158-4C0B-A059-CAC97462AE89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E31FF08-939D-4471-8AAA-2003D26272FA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ko-KR" sz="3600" spc="-300" dirty="0" err="1"/>
              <a:t>Ⅲ</a:t>
            </a:r>
            <a:endParaRPr lang="en-US" sz="3600" spc="-300" dirty="0"/>
          </a:p>
        </p:txBody>
      </p:sp>
    </p:spTree>
    <p:extLst>
      <p:ext uri="{BB962C8B-B14F-4D97-AF65-F5344CB8AC3E}">
        <p14:creationId xmlns:p14="http://schemas.microsoft.com/office/powerpoint/2010/main" val="249520074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위쪽 모서리 32"/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anchor="ctr"/>
          <a:lstStyle/>
          <a:p>
            <a:pPr marL="36004" algn="ctr">
              <a:defRPr/>
            </a:pP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latin typeface="에스코어 드림 5 Medium"/>
              <a:ea typeface="에스코어 드림 5 Medium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위</a:t>
            </a:r>
            <a:r>
              <a:rPr lang="en-US" altLang="ko-KR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(Wee) </a:t>
            </a:r>
            <a:r>
              <a:rPr lang="ko-KR" altLang="en-US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클래스는 누가 이용 하나</a:t>
            </a:r>
            <a:r>
              <a:rPr lang="en-US" altLang="ko-KR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요?</a:t>
            </a:r>
            <a:endParaRPr lang="en-US" altLang="ko-KR" b="1">
              <a:solidFill>
                <a:schemeClr val="tx1"/>
              </a:solidFill>
              <a:latin typeface="+mj-ea"/>
              <a:ea typeface="+mj-ea"/>
              <a:cs typeface="+mn-cs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/>
                <a:ea typeface="바탕체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 lvl="0">
              <a:defRPr/>
            </a:pPr>
            <a:r>
              <a:rPr lang="ko-KR" altLang="ko-KR" sz="3600" spc="-300"/>
              <a:t>Ⅲ</a:t>
            </a:r>
            <a:endParaRPr lang="en-US" sz="3600" spc="-300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32439" y="3421806"/>
            <a:ext cx="4622432" cy="30837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38" name="그룹 37"/>
          <p:cNvGrpSpPr/>
          <p:nvPr/>
        </p:nvGrpSpPr>
        <p:grpSpPr>
          <a:xfrm rot="0">
            <a:off x="888969" y="2317650"/>
            <a:ext cx="10965902" cy="913133"/>
            <a:chOff x="888969" y="2317650"/>
            <a:chExt cx="10965902" cy="913133"/>
          </a:xfrm>
        </p:grpSpPr>
        <p:sp>
          <p:nvSpPr>
            <p:cNvPr id="39" name="직사각형 38"/>
            <p:cNvSpPr/>
            <p:nvPr/>
          </p:nvSpPr>
          <p:spPr>
            <a:xfrm>
              <a:off x="888969" y="2317650"/>
              <a:ext cx="10965902" cy="913133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65000"/>
                </a:schemeClr>
              </a:solidFill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kumimoji="0" lang="en-US" b="0" i="0" u="none" strike="noStrike" kern="1200" cap="none" spc="0" normalizeH="0" baseline="0">
                <a:solidFill>
                  <a:schemeClr val="bg1">
                    <a:lumMod val="6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43682" y="2631336"/>
              <a:ext cx="96895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800">
                  <a:latin typeface="+mj-ea"/>
                  <a:ea typeface="+mj-ea"/>
                  <a:cs typeface="+mn-cs"/>
                </a:rPr>
                <a:t>“</a:t>
              </a:r>
              <a:r>
                <a:rPr lang="ko-KR" altLang="en-US" sz="2800">
                  <a:latin typeface="+mj-ea"/>
                  <a:ea typeface="+mj-ea"/>
                  <a:cs typeface="+mn-cs"/>
                </a:rPr>
                <a:t>다음 영역 관련 </a:t>
              </a:r>
              <a:r>
                <a:rPr lang="ko-KR" altLang="en-US" sz="2800">
                  <a:solidFill>
                    <a:srgbClr val="f36821"/>
                  </a:solidFill>
                  <a:latin typeface="+mj-ea"/>
                  <a:ea typeface="+mj-ea"/>
                  <a:cs typeface="+mn-cs"/>
                </a:rPr>
                <a:t>어려움</a:t>
              </a:r>
              <a:r>
                <a:rPr lang="ko-KR" altLang="en-US" sz="2800">
                  <a:latin typeface="+mj-ea"/>
                  <a:ea typeface="+mj-ea"/>
                  <a:cs typeface="+mn-cs"/>
                </a:rPr>
                <a:t>이 있는 학생들이 </a:t>
              </a:r>
              <a:r>
                <a:rPr lang="ko-KR" altLang="en-US" sz="2800">
                  <a:solidFill>
                    <a:srgbClr val="a9c14f"/>
                  </a:solidFill>
                  <a:latin typeface="+mj-ea"/>
                  <a:ea typeface="+mj-ea"/>
                  <a:cs typeface="+mn-cs"/>
                </a:rPr>
                <a:t>도움</a:t>
              </a:r>
              <a:r>
                <a:rPr lang="ko-KR" altLang="en-US" sz="2800">
                  <a:latin typeface="+mj-ea"/>
                  <a:ea typeface="+mj-ea"/>
                  <a:cs typeface="+mn-cs"/>
                </a:rPr>
                <a:t>을 받을 수 있습니다</a:t>
              </a:r>
              <a:r>
                <a:rPr lang="en-US" altLang="ko-KR" sz="2800">
                  <a:latin typeface="+mj-ea"/>
                  <a:ea typeface="+mj-ea"/>
                  <a:cs typeface="+mn-cs"/>
                </a:rPr>
                <a:t>.”</a:t>
              </a:r>
              <a:endParaRPr lang="en-US" altLang="ko-KR" sz="2800"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832470" y="1185464"/>
            <a:ext cx="9523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2800">
                <a:latin typeface="+mj-ea"/>
                <a:ea typeface="+mj-ea"/>
              </a:defRPr>
            </a:lvl1pPr>
          </a:lstStyle>
          <a:p>
            <a:pPr marL="342900" indent="-342900">
              <a:buFont typeface="Arial"/>
              <a:buChar char="•"/>
              <a:defRPr/>
            </a:pPr>
            <a:r>
              <a:rPr lang="ko-KR" altLang="en-US" sz="1800">
                <a:latin typeface="KoPubWorld돋움체 Medium"/>
                <a:ea typeface="KoPubWorld돋움체 Medium"/>
                <a:cs typeface="KoPubWorld돋움체 Medium"/>
              </a:rPr>
              <a:t>위</a:t>
            </a:r>
            <a:r>
              <a:rPr lang="en-US" altLang="ko-KR" sz="1800">
                <a:latin typeface="KoPubWorld돋움체 Medium"/>
                <a:ea typeface="KoPubWorld돋움체 Medium"/>
                <a:cs typeface="KoPubWorld돋움체 Medium"/>
              </a:rPr>
              <a:t>(Wee) </a:t>
            </a:r>
            <a:r>
              <a:rPr lang="ko-KR" altLang="en-US" sz="1800">
                <a:latin typeface="KoPubWorld돋움체 Medium"/>
                <a:ea typeface="KoPubWorld돋움체 Medium"/>
                <a:cs typeface="KoPubWorld돋움체 Medium"/>
              </a:rPr>
              <a:t>클래스는 </a:t>
            </a:r>
            <a:r>
              <a:rPr lang="ko-KR" altLang="en-US" sz="1800">
                <a:cs typeface="KoPubWorld돋움체 Medium"/>
              </a:rPr>
              <a:t>모든 학생에게 열려 있는 공간</a:t>
            </a:r>
            <a:r>
              <a:rPr lang="ko-KR" altLang="en-US" sz="1800">
                <a:latin typeface="KoPubWorld돋움체 Medium"/>
                <a:ea typeface="KoPubWorld돋움체 Medium"/>
                <a:cs typeface="KoPubWorld돋움체 Medium"/>
              </a:rPr>
              <a:t>입니다</a:t>
            </a:r>
            <a:r>
              <a:rPr lang="en-US" altLang="ko-KR" sz="1800"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altLang="ko-KR" sz="1800"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2470" y="1508347"/>
            <a:ext cx="9523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2800">
                <a:latin typeface="+mj-ea"/>
                <a:ea typeface="+mj-ea"/>
              </a:defRPr>
            </a:lvl1pPr>
          </a:lstStyle>
          <a:p>
            <a:pPr marL="342900" indent="-342900">
              <a:buFont typeface="Arial"/>
              <a:buChar char="•"/>
              <a:defRPr/>
            </a:pPr>
            <a:r>
              <a:rPr lang="ko-KR" altLang="en-US" sz="1800">
                <a:latin typeface="KoPubWorld돋움체 Medium"/>
                <a:ea typeface="KoPubWorld돋움체 Medium"/>
                <a:cs typeface="KoPubWorld돋움체 Medium"/>
              </a:rPr>
              <a:t>위</a:t>
            </a:r>
            <a:r>
              <a:rPr lang="en-US" altLang="ko-KR" sz="1800">
                <a:latin typeface="KoPubWorld돋움체 Medium"/>
                <a:ea typeface="KoPubWorld돋움체 Medium"/>
                <a:cs typeface="KoPubWorld돋움체 Medium"/>
              </a:rPr>
              <a:t>(Wee) </a:t>
            </a:r>
            <a:r>
              <a:rPr lang="ko-KR" altLang="en-US" sz="1800">
                <a:latin typeface="KoPubWorld돋움체 Medium"/>
                <a:ea typeface="KoPubWorld돋움체 Medium"/>
                <a:cs typeface="KoPubWorld돋움체 Medium"/>
              </a:rPr>
              <a:t>클래스에서는 </a:t>
            </a:r>
            <a:r>
              <a:rPr lang="ko-KR" altLang="en-US" sz="1800">
                <a:cs typeface="KoPubWorld돋움체 Medium"/>
              </a:rPr>
              <a:t>학생 누구나 상담</a:t>
            </a:r>
            <a:r>
              <a:rPr lang="ko-KR" altLang="en-US" sz="1800">
                <a:latin typeface="KoPubWorld돋움체 Medium"/>
                <a:ea typeface="KoPubWorld돋움체 Medium"/>
                <a:cs typeface="KoPubWorld돋움체 Medium"/>
              </a:rPr>
              <a:t>을 받을 수 있습니다</a:t>
            </a:r>
            <a:r>
              <a:rPr lang="en-US" altLang="ko-KR" sz="1800"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en-US" altLang="ko-KR" sz="1800"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43" name="순서도: 다른 페이지 연결선 42"/>
          <p:cNvSpPr/>
          <p:nvPr/>
        </p:nvSpPr>
        <p:spPr>
          <a:xfrm>
            <a:off x="1034904" y="2088295"/>
            <a:ext cx="609260" cy="461665"/>
          </a:xfrm>
          <a:prstGeom prst="flowChartOffpageConnector">
            <a:avLst/>
          </a:prstGeom>
          <a:solidFill>
            <a:schemeClr val="bg1"/>
          </a:solidFill>
          <a:ln w="28575" cap="flat" cmpd="sng" algn="ctr">
            <a:gradFill flip="none" rotWithShape="1"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vert="horz" wrap="square" lIns="91440" tIns="45720" rIns="91440" bIns="45720" anchor="ctr"/>
          <a:lstStyle/>
          <a:p>
            <a:pPr marL="36004" algn="ctr">
              <a:defRPr/>
            </a:pP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44" name="타원형 설명선 8"/>
          <p:cNvSpPr/>
          <p:nvPr/>
        </p:nvSpPr>
        <p:spPr>
          <a:xfrm>
            <a:off x="832470" y="1975942"/>
            <a:ext cx="1062318" cy="582485"/>
          </a:xfrm>
          <a:prstGeom prst="wedgeEllipseCallout">
            <a:avLst>
              <a:gd name="adj1" fmla="val 26891"/>
              <a:gd name="adj2" fmla="val 65049"/>
            </a:avLst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lnSpc>
                <a:spcPct val="160000"/>
              </a:lnSpc>
              <a:spcBef>
                <a:spcPct val="0"/>
              </a:spcBef>
              <a:defRPr/>
            </a:pPr>
            <a:r>
              <a:rPr lang="ko-KR" altLang="en-US">
                <a:solidFill>
                  <a:srgbClr val="f36a22"/>
                </a:solidFill>
                <a:latin typeface="+mj-ea"/>
                <a:ea typeface="+mj-ea"/>
                <a:cs typeface="+mn-cs"/>
              </a:rPr>
              <a:t>특히</a:t>
            </a:r>
            <a:r>
              <a:rPr lang="en-US" altLang="ko-KR">
                <a:solidFill>
                  <a:srgbClr val="f36a22"/>
                </a:solidFill>
                <a:latin typeface="+mj-ea"/>
                <a:ea typeface="+mj-ea"/>
                <a:cs typeface="+mn-cs"/>
              </a:rPr>
              <a:t>,</a:t>
            </a:r>
            <a:endParaRPr lang="ko-KR" altLang="en-US">
              <a:solidFill>
                <a:srgbClr val="f36a22"/>
              </a:solidFill>
              <a:latin typeface="+mj-ea"/>
              <a:ea typeface="+mj-ea"/>
              <a:cs typeface="+mn-cs"/>
            </a:endParaRPr>
          </a:p>
        </p:txBody>
      </p:sp>
      <p:grpSp>
        <p:nvGrpSpPr>
          <p:cNvPr id="45" name="그룹 44"/>
          <p:cNvGrpSpPr/>
          <p:nvPr/>
        </p:nvGrpSpPr>
        <p:grpSpPr>
          <a:xfrm rot="0">
            <a:off x="869794" y="3421806"/>
            <a:ext cx="5169003" cy="405575"/>
            <a:chOff x="824677" y="2525292"/>
            <a:chExt cx="5169003" cy="444186"/>
          </a:xfrm>
        </p:grpSpPr>
        <p:sp>
          <p:nvSpPr>
            <p:cNvPr id="46" name="사각형: 둥근 모서리 45"/>
            <p:cNvSpPr/>
            <p:nvPr/>
          </p:nvSpPr>
          <p:spPr>
            <a:xfrm>
              <a:off x="824677" y="2525292"/>
              <a:ext cx="2908603" cy="444186"/>
            </a:xfrm>
            <a:prstGeom prst="roundRect">
              <a:avLst>
                <a:gd name="adj" fmla="val 50000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85677" y="2566702"/>
              <a:ext cx="5108003" cy="369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xmlns:mc="http://schemas.openxmlformats.org/markup-compatibility/2006" xmlns:hp="http://schemas.haansoft.com/office/presentation/8.0" lang="ko-KR" altLang="en-US" mc:Ignorable="hp" hp:hslEmbossed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KoPubWorld돋움체 Medium"/>
                </a:rPr>
                <a:t>대인관계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KoPubWorld돋움체 Medium"/>
                </a:rPr>
                <a:t>(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KoPubWorld돋움체 Medium"/>
                </a:rPr>
                <a:t>친구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KoPubWorld돋움체 Medium"/>
                </a:rPr>
                <a:t>, 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KoPubWorld돋움체 Medium"/>
                </a:rPr>
                <a:t>가족 등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KoPubWorld돋움체 Medium"/>
                </a:rPr>
                <a:t>)</a:t>
              </a:r>
              <a:endParaRPr xmlns:mc="http://schemas.openxmlformats.org/markup-compatibility/2006" xmlns:hp="http://schemas.haansoft.com/office/presentation/8.0" lang="en-US" altLang="ko-KR" mc:Ignorable="hp" hp:hslEmbossed="0">
                <a:solidFill>
                  <a:schemeClr val="bg1"/>
                </a:solidFill>
                <a:latin typeface="+mj-ea"/>
                <a:ea typeface="+mj-ea"/>
                <a:cs typeface="KoPubWorld돋움체 Medium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 rot="0">
            <a:off x="869794" y="3872768"/>
            <a:ext cx="5169003" cy="405575"/>
            <a:chOff x="824677" y="3096875"/>
            <a:chExt cx="5169003" cy="444186"/>
          </a:xfrm>
        </p:grpSpPr>
        <p:sp>
          <p:nvSpPr>
            <p:cNvPr id="49" name="사각형: 둥근 모서리 48"/>
            <p:cNvSpPr/>
            <p:nvPr/>
          </p:nvSpPr>
          <p:spPr>
            <a:xfrm>
              <a:off x="824677" y="3096875"/>
              <a:ext cx="2908603" cy="444186"/>
            </a:xfrm>
            <a:prstGeom prst="roundRect">
              <a:avLst>
                <a:gd name="adj" fmla="val 50000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5677" y="3132656"/>
              <a:ext cx="5108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bg1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/>
              </a:pP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학교생활 적응</a:t>
              </a:r>
              <a:endParaRPr xmlns:mc="http://schemas.openxmlformats.org/markup-compatibility/2006" xmlns:hp="http://schemas.haansoft.com/office/presentation/8.0" lang="en-US" altLang="ko-KR" mc:Ignorable="hp" hp:hslEmbossed="0"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 rot="0">
            <a:off x="869794" y="4323730"/>
            <a:ext cx="5169003" cy="405574"/>
            <a:chOff x="824677" y="3668458"/>
            <a:chExt cx="5169003" cy="444185"/>
          </a:xfrm>
        </p:grpSpPr>
        <p:sp>
          <p:nvSpPr>
            <p:cNvPr id="52" name="사각형: 둥근 모서리 51"/>
            <p:cNvSpPr/>
            <p:nvPr/>
          </p:nvSpPr>
          <p:spPr>
            <a:xfrm>
              <a:off x="824677" y="3668458"/>
              <a:ext cx="2908603" cy="444185"/>
            </a:xfrm>
            <a:prstGeom prst="roundRect">
              <a:avLst>
                <a:gd name="adj" fmla="val 50000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85677" y="3707854"/>
              <a:ext cx="5108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bg1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/>
              </a:pP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학업 및 진로</a:t>
              </a:r>
              <a:endParaRPr xmlns:mc="http://schemas.openxmlformats.org/markup-compatibility/2006" xmlns:hp="http://schemas.haansoft.com/office/presentation/8.0" lang="en-US" altLang="ko-KR" mc:Ignorable="hp" hp:hslEmbossed="0"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 rot="0">
            <a:off x="869794" y="4774691"/>
            <a:ext cx="5169003" cy="405574"/>
            <a:chOff x="824677" y="4240040"/>
            <a:chExt cx="5169003" cy="444185"/>
          </a:xfrm>
        </p:grpSpPr>
        <p:sp>
          <p:nvSpPr>
            <p:cNvPr id="55" name="사각형: 둥근 모서리 54"/>
            <p:cNvSpPr/>
            <p:nvPr/>
          </p:nvSpPr>
          <p:spPr>
            <a:xfrm>
              <a:off x="824677" y="4240040"/>
              <a:ext cx="2908603" cy="444185"/>
            </a:xfrm>
            <a:prstGeom prst="roundRect">
              <a:avLst>
                <a:gd name="adj" fmla="val 50000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85677" y="4283052"/>
              <a:ext cx="5108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bg1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/>
              </a:pP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우울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, 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불안 등 심리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·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정서      </a:t>
              </a:r>
              <a:endParaRPr xmlns:mc="http://schemas.openxmlformats.org/markup-compatibility/2006" xmlns:hp="http://schemas.haansoft.com/office/presentation/8.0" lang="en-US" altLang="ko-KR" mc:Ignorable="hp" hp:hslEmbossed="0"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 rot="0">
            <a:off x="869794" y="5225652"/>
            <a:ext cx="5169003" cy="405574"/>
            <a:chOff x="824677" y="4811622"/>
            <a:chExt cx="5169003" cy="444185"/>
          </a:xfrm>
        </p:grpSpPr>
        <p:sp>
          <p:nvSpPr>
            <p:cNvPr id="58" name="사각형: 둥근 모서리 57"/>
            <p:cNvSpPr/>
            <p:nvPr/>
          </p:nvSpPr>
          <p:spPr>
            <a:xfrm>
              <a:off x="824677" y="4811622"/>
              <a:ext cx="3637785" cy="444185"/>
            </a:xfrm>
            <a:prstGeom prst="roundRect">
              <a:avLst>
                <a:gd name="adj" fmla="val 50000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85677" y="4849014"/>
              <a:ext cx="5108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bg1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/>
              </a:pP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학교환경 변화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(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전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·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편입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, 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복학 등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)</a:t>
              </a:r>
              <a:endParaRPr xmlns:mc="http://schemas.openxmlformats.org/markup-compatibility/2006" xmlns:hp="http://schemas.haansoft.com/office/presentation/8.0" lang="en-US" altLang="ko-KR" mc:Ignorable="hp" hp:hslEmbossed="0"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 rot="0">
            <a:off x="869794" y="5676613"/>
            <a:ext cx="5169003" cy="405574"/>
            <a:chOff x="824677" y="5383204"/>
            <a:chExt cx="5169003" cy="444185"/>
          </a:xfrm>
        </p:grpSpPr>
        <p:sp>
          <p:nvSpPr>
            <p:cNvPr id="61" name="사각형: 둥근 모서리 60"/>
            <p:cNvSpPr/>
            <p:nvPr/>
          </p:nvSpPr>
          <p:spPr>
            <a:xfrm>
              <a:off x="824677" y="5383204"/>
              <a:ext cx="3637786" cy="444185"/>
            </a:xfrm>
            <a:prstGeom prst="roundRect">
              <a:avLst>
                <a:gd name="adj" fmla="val 50000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85677" y="5414976"/>
              <a:ext cx="5108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bg1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/>
              </a:pP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가정환경 변화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(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이혼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, 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가족상실 등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)</a:t>
              </a:r>
              <a:endParaRPr xmlns:mc="http://schemas.openxmlformats.org/markup-compatibility/2006" xmlns:hp="http://schemas.haansoft.com/office/presentation/8.0" lang="en-US" altLang="ko-KR" mc:Ignorable="hp" hp:hslEmbossed="0"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 rot="0">
            <a:off x="869794" y="6127572"/>
            <a:ext cx="5218212" cy="405574"/>
            <a:chOff x="800073" y="5954784"/>
            <a:chExt cx="5218212" cy="444185"/>
          </a:xfrm>
        </p:grpSpPr>
        <p:sp>
          <p:nvSpPr>
            <p:cNvPr id="64" name="사각형: 둥근 모서리 63"/>
            <p:cNvSpPr/>
            <p:nvPr/>
          </p:nvSpPr>
          <p:spPr>
            <a:xfrm>
              <a:off x="800073" y="5954784"/>
              <a:ext cx="5005825" cy="444185"/>
            </a:xfrm>
            <a:prstGeom prst="roundRect">
              <a:avLst>
                <a:gd name="adj" fmla="val 50000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61073" y="5999410"/>
              <a:ext cx="51572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bg1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/>
              </a:pP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자살 및 자해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, 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학업중단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, 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학교폭력</a:t>
              </a:r>
              <a:r>
                <a:rPr xmlns:mc="http://schemas.openxmlformats.org/markup-compatibility/2006" xmlns:hp="http://schemas.haansoft.com/office/presentation/8.0" lang="en-US" altLang="ko-KR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, </a:t>
              </a:r>
              <a:r>
                <a:rPr xmlns:mc="http://schemas.openxmlformats.org/markup-compatibility/2006" xmlns:hp="http://schemas.haansoft.com/office/presentation/8.0" lang="ko-KR" altLang="en-US" mc:Ignorable="hp" hp:hslEmbossed="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+mj-ea"/>
                  <a:ea typeface="+mj-ea"/>
                  <a:cs typeface="+mn-cs"/>
                </a:rPr>
                <a:t>아동학대 등</a:t>
              </a:r>
              <a:endParaRPr xmlns:mc="http://schemas.openxmlformats.org/markup-compatibility/2006" xmlns:hp="http://schemas.haansoft.com/office/presentation/8.0" lang="ko-KR" altLang="en-US" mc:Ignorable="hp" hp:hslEmbossed="0">
                <a:latin typeface="+mj-ea"/>
                <a:ea typeface="+mj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8F5965F-F51D-4541-B3C0-5ACBD24B8877}"/>
              </a:ext>
            </a:extLst>
          </p:cNvPr>
          <p:cNvSpPr/>
          <p:nvPr/>
        </p:nvSpPr>
        <p:spPr>
          <a:xfrm>
            <a:off x="7517731" y="3933863"/>
            <a:ext cx="2651503" cy="2550653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AEE7A9-E744-4196-9A53-48056E8F81A3}"/>
              </a:ext>
            </a:extLst>
          </p:cNvPr>
          <p:cNvSpPr txBox="1"/>
          <p:nvPr/>
        </p:nvSpPr>
        <p:spPr>
          <a:xfrm>
            <a:off x="7684255" y="4240549"/>
            <a:ext cx="2484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sz="2400" dirty="0">
                <a:solidFill>
                  <a:srgbClr val="A9C14F"/>
                </a:solidFill>
                <a:effectLst/>
              </a:rPr>
              <a:t>지역사회 </a:t>
            </a:r>
            <a:endParaRPr lang="en-US" altLang="ko-KR" sz="2400" dirty="0">
              <a:solidFill>
                <a:srgbClr val="A9C14F"/>
              </a:solidFill>
              <a:effectLst/>
            </a:endParaRPr>
          </a:p>
          <a:p>
            <a:r>
              <a:rPr lang="ko-KR" altLang="en-US" sz="2400" dirty="0">
                <a:solidFill>
                  <a:srgbClr val="A9C14F"/>
                </a:solidFill>
                <a:effectLst/>
              </a:rPr>
              <a:t>유관기관 연계 지원</a:t>
            </a:r>
            <a:endParaRPr lang="en-US" sz="2400" dirty="0">
              <a:solidFill>
                <a:srgbClr val="A9C14F"/>
              </a:solidFill>
              <a:effectLst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012AAF6-30BB-47A2-BD26-2E5CEA603F61}"/>
              </a:ext>
            </a:extLst>
          </p:cNvPr>
          <p:cNvSpPr/>
          <p:nvPr/>
        </p:nvSpPr>
        <p:spPr>
          <a:xfrm>
            <a:off x="7517731" y="1277577"/>
            <a:ext cx="2651503" cy="2550653"/>
          </a:xfrm>
          <a:prstGeom prst="roundRect">
            <a:avLst/>
          </a:prstGeom>
          <a:solidFill>
            <a:srgbClr val="A9C14F"/>
          </a:solidFill>
          <a:ln w="28575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AAF4C4-26BD-44D5-99D7-C2F7D3137007}"/>
              </a:ext>
            </a:extLst>
          </p:cNvPr>
          <p:cNvSpPr txBox="1"/>
          <p:nvPr/>
        </p:nvSpPr>
        <p:spPr>
          <a:xfrm>
            <a:off x="7684255" y="1584263"/>
            <a:ext cx="2318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sz="2400" dirty="0">
                <a:effectLst/>
              </a:rPr>
              <a:t>학생교육 및 행사</a:t>
            </a:r>
            <a:endParaRPr lang="en-US" sz="2400" dirty="0">
              <a:effectLst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E85982F-B469-4C2C-98C5-3EDE4BA42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0" y="2957669"/>
            <a:ext cx="846578" cy="846579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B5A4163-011F-44C7-862D-560546E2B18B}"/>
              </a:ext>
            </a:extLst>
          </p:cNvPr>
          <p:cNvSpPr/>
          <p:nvPr/>
        </p:nvSpPr>
        <p:spPr>
          <a:xfrm>
            <a:off x="2022765" y="3933863"/>
            <a:ext cx="2651503" cy="2550653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2D0979-64D0-4BA8-B3B9-D0F74664E352}"/>
              </a:ext>
            </a:extLst>
          </p:cNvPr>
          <p:cNvSpPr txBox="1"/>
          <p:nvPr/>
        </p:nvSpPr>
        <p:spPr>
          <a:xfrm>
            <a:off x="2189290" y="4240549"/>
            <a:ext cx="23184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2400">
                <a:solidFill>
                  <a:srgbClr val="A9C14F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ko-KR" altLang="en-US" dirty="0"/>
              <a:t>교사</a:t>
            </a:r>
            <a:r>
              <a:rPr lang="en-US" altLang="ko-KR" dirty="0"/>
              <a:t>/</a:t>
            </a:r>
            <a:r>
              <a:rPr lang="ko-KR" altLang="en-US" dirty="0"/>
              <a:t>학부모 </a:t>
            </a:r>
            <a:endParaRPr lang="en-US" altLang="ko-KR" dirty="0"/>
          </a:p>
          <a:p>
            <a:r>
              <a:rPr lang="ko-KR" altLang="en-US" dirty="0"/>
              <a:t>자문 및 연수</a:t>
            </a:r>
            <a:endParaRPr 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E2DEFF0-C031-4743-BA3B-40B17A7C9744}"/>
              </a:ext>
            </a:extLst>
          </p:cNvPr>
          <p:cNvSpPr/>
          <p:nvPr/>
        </p:nvSpPr>
        <p:spPr>
          <a:xfrm>
            <a:off x="4770249" y="1277577"/>
            <a:ext cx="2651503" cy="2550653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E46D7B-1B2A-47E0-ABF1-930C185CEAE7}"/>
              </a:ext>
            </a:extLst>
          </p:cNvPr>
          <p:cNvSpPr txBox="1"/>
          <p:nvPr/>
        </p:nvSpPr>
        <p:spPr>
          <a:xfrm>
            <a:off x="4936773" y="1584263"/>
            <a:ext cx="2318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sz="2400" dirty="0">
                <a:solidFill>
                  <a:srgbClr val="A9C14F"/>
                </a:solidFill>
                <a:effectLst/>
              </a:rPr>
              <a:t>심리검사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A33223B-0375-4AB4-9606-43DC871845D5}"/>
              </a:ext>
            </a:extLst>
          </p:cNvPr>
          <p:cNvSpPr/>
          <p:nvPr/>
        </p:nvSpPr>
        <p:spPr>
          <a:xfrm>
            <a:off x="4770249" y="3933864"/>
            <a:ext cx="2651503" cy="2550652"/>
          </a:xfrm>
          <a:prstGeom prst="roundRect">
            <a:avLst/>
          </a:prstGeom>
          <a:solidFill>
            <a:srgbClr val="A9C14F"/>
          </a:solidFill>
          <a:ln w="28575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D46F05-B455-4EF3-8CFE-27E607529408}"/>
              </a:ext>
            </a:extLst>
          </p:cNvPr>
          <p:cNvSpPr txBox="1"/>
          <p:nvPr/>
        </p:nvSpPr>
        <p:spPr>
          <a:xfrm>
            <a:off x="4936773" y="4240549"/>
            <a:ext cx="2414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sz="2400" dirty="0">
                <a:effectLst/>
              </a:rPr>
              <a:t>위</a:t>
            </a:r>
            <a:r>
              <a:rPr lang="en-US" altLang="ko-KR" sz="2400" dirty="0">
                <a:effectLst/>
              </a:rPr>
              <a:t>(Wee)</a:t>
            </a:r>
            <a:r>
              <a:rPr lang="ko-KR" altLang="en-US" sz="2400" dirty="0">
                <a:effectLst/>
              </a:rPr>
              <a:t>프로젝트 </a:t>
            </a:r>
            <a:endParaRPr lang="en-US" altLang="ko-KR" sz="2400" dirty="0">
              <a:effectLst/>
            </a:endParaRPr>
          </a:p>
          <a:p>
            <a:r>
              <a:rPr lang="ko-KR" altLang="en-US" sz="2400" dirty="0">
                <a:effectLst/>
              </a:rPr>
              <a:t>기관 연계 지원</a:t>
            </a:r>
            <a:endParaRPr lang="en-US" sz="2400" dirty="0">
              <a:effectLst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CDEF749-D4DC-4751-B2DA-040FE26A8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131" y="5475367"/>
            <a:ext cx="907061" cy="907061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71F3AE8-8B17-442D-8016-33D1D83234CE}"/>
              </a:ext>
            </a:extLst>
          </p:cNvPr>
          <p:cNvSpPr/>
          <p:nvPr/>
        </p:nvSpPr>
        <p:spPr>
          <a:xfrm>
            <a:off x="2022766" y="1277578"/>
            <a:ext cx="2651503" cy="2550653"/>
          </a:xfrm>
          <a:prstGeom prst="roundRect">
            <a:avLst/>
          </a:prstGeom>
          <a:solidFill>
            <a:srgbClr val="A9C14F"/>
          </a:solidFill>
          <a:ln w="28575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sz="2000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BF33C4-3799-4831-B9F4-BB6B8639E198}"/>
              </a:ext>
            </a:extLst>
          </p:cNvPr>
          <p:cNvSpPr txBox="1"/>
          <p:nvPr/>
        </p:nvSpPr>
        <p:spPr>
          <a:xfrm>
            <a:off x="2189291" y="1584264"/>
            <a:ext cx="2318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상담</a:t>
            </a:r>
            <a:endParaRPr lang="en-US" altLang="ko-KR" sz="24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6F8C60E-974C-4680-8FCE-33BA4416E2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091" y="3018718"/>
            <a:ext cx="724481" cy="72448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B38B850-8797-4122-9BAE-98AD51C9BDB6}"/>
              </a:ext>
            </a:extLst>
          </p:cNvPr>
          <p:cNvSpPr txBox="1"/>
          <p:nvPr/>
        </p:nvSpPr>
        <p:spPr>
          <a:xfrm>
            <a:off x="2189291" y="2025019"/>
            <a:ext cx="1727017" cy="96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개인상담</a:t>
            </a:r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집단상담</a:t>
            </a:r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비대면 상담</a:t>
            </a:r>
            <a:endParaRPr lang="en-US" altLang="ko-KR" sz="20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CB03E54-95A0-4DC5-A8CA-5EF349986C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645" y="5519942"/>
            <a:ext cx="817918" cy="81791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EE4828-6B4D-4FBF-AB14-E011FD1B54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865" y="2993386"/>
            <a:ext cx="775142" cy="775142"/>
          </a:xfrm>
          <a:prstGeom prst="rect">
            <a:avLst/>
          </a:prstGeom>
        </p:spPr>
      </p:pic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4933CBA4-6164-4BF7-BB25-2F045894E27A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811ACD-1C65-437B-88F4-13943578730A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클래스에서는 무엇을 하나요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19CA0E0-9567-450D-811A-BF5F7AB94847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50DDC0C-3F79-434C-BFC1-7859A6061EFC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ko-KR" sz="3600" spc="-300" dirty="0" err="1"/>
              <a:t>Ⅳ</a:t>
            </a:r>
            <a:endParaRPr lang="en-US" sz="3600" spc="-3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2C50B2-E062-4BFF-B90B-53440A1786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017" y="5403041"/>
            <a:ext cx="952582" cy="95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7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9DC16E3-51C3-42F2-9990-A3037F97BB44}"/>
              </a:ext>
            </a:extLst>
          </p:cNvPr>
          <p:cNvSpPr txBox="1"/>
          <p:nvPr/>
        </p:nvSpPr>
        <p:spPr>
          <a:xfrm>
            <a:off x="1422922" y="1594484"/>
            <a:ext cx="1071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상담 영역</a:t>
            </a:r>
            <a:endParaRPr 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201C03F-7ED7-409F-A20E-F05E4C0687F3}"/>
              </a:ext>
            </a:extLst>
          </p:cNvPr>
          <p:cNvCxnSpPr>
            <a:cxnSpLocks/>
          </p:cNvCxnSpPr>
          <p:nvPr/>
        </p:nvCxnSpPr>
        <p:spPr>
          <a:xfrm>
            <a:off x="1322465" y="1591845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B82424-F47F-4DDB-9383-DCD714658561}"/>
              </a:ext>
            </a:extLst>
          </p:cNvPr>
          <p:cNvSpPr txBox="1"/>
          <p:nvPr/>
        </p:nvSpPr>
        <p:spPr>
          <a:xfrm>
            <a:off x="6361328" y="1594484"/>
            <a:ext cx="1071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심리검사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E0367CB-790D-45FD-ABA2-395A11CB279C}"/>
              </a:ext>
            </a:extLst>
          </p:cNvPr>
          <p:cNvCxnSpPr>
            <a:cxnSpLocks/>
          </p:cNvCxnSpPr>
          <p:nvPr/>
        </p:nvCxnSpPr>
        <p:spPr>
          <a:xfrm>
            <a:off x="6260871" y="1591845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76904D14-D3FD-41C2-8C44-859CFAF0F908}"/>
              </a:ext>
            </a:extLst>
          </p:cNvPr>
          <p:cNvGrpSpPr/>
          <p:nvPr/>
        </p:nvGrpSpPr>
        <p:grpSpPr>
          <a:xfrm>
            <a:off x="1334320" y="2388728"/>
            <a:ext cx="3903726" cy="3901219"/>
            <a:chOff x="1125796" y="2384981"/>
            <a:chExt cx="3996222" cy="3993655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C3E4D8B-7FA8-4047-8652-C2CC21B609BF}"/>
                </a:ext>
              </a:extLst>
            </p:cNvPr>
            <p:cNvGrpSpPr/>
            <p:nvPr/>
          </p:nvGrpSpPr>
          <p:grpSpPr>
            <a:xfrm>
              <a:off x="1125796" y="2384981"/>
              <a:ext cx="3996222" cy="3993655"/>
              <a:chOff x="889897" y="2152650"/>
              <a:chExt cx="4426794" cy="4423950"/>
            </a:xfrm>
          </p:grpSpPr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F9AA2639-0DF5-43BB-9F51-65269F22F366}"/>
                  </a:ext>
                </a:extLst>
              </p:cNvPr>
              <p:cNvSpPr/>
              <p:nvPr/>
            </p:nvSpPr>
            <p:spPr>
              <a:xfrm>
                <a:off x="3131450" y="2152650"/>
                <a:ext cx="1873158" cy="2163583"/>
              </a:xfrm>
              <a:custGeom>
                <a:avLst/>
                <a:gdLst>
                  <a:gd name="connsiteX0" fmla="*/ 0 w 1999426"/>
                  <a:gd name="connsiteY0" fmla="*/ 0 h 2309428"/>
                  <a:gd name="connsiteX1" fmla="*/ 211508 w 1999426"/>
                  <a:gd name="connsiteY1" fmla="*/ 10680 h 2309428"/>
                  <a:gd name="connsiteX2" fmla="*/ 1929051 w 1999426"/>
                  <a:gd name="connsiteY2" fmla="*/ 1040130 h 2309428"/>
                  <a:gd name="connsiteX3" fmla="*/ 1999426 w 1999426"/>
                  <a:gd name="connsiteY3" fmla="*/ 1155971 h 2309428"/>
                  <a:gd name="connsiteX4" fmla="*/ 0 w 1999426"/>
                  <a:gd name="connsiteY4" fmla="*/ 2309428 h 2309428"/>
                  <a:gd name="connsiteX5" fmla="*/ 0 w 1999426"/>
                  <a:gd name="connsiteY5" fmla="*/ 0 h 2309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9426" h="2309428">
                    <a:moveTo>
                      <a:pt x="0" y="0"/>
                    </a:moveTo>
                    <a:lnTo>
                      <a:pt x="211508" y="10680"/>
                    </a:lnTo>
                    <a:cubicBezTo>
                      <a:pt x="926322" y="83273"/>
                      <a:pt x="1546933" y="474520"/>
                      <a:pt x="1929051" y="1040130"/>
                    </a:cubicBezTo>
                    <a:lnTo>
                      <a:pt x="1999426" y="1155971"/>
                    </a:lnTo>
                    <a:lnTo>
                      <a:pt x="0" y="23094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9C14F">
                  <a:alpha val="80000"/>
                </a:srgbClr>
              </a:solidFill>
              <a:ln w="12700" cap="flat" cmpd="sng" algn="ctr">
                <a:noFill/>
                <a:prstDash val="solid"/>
                <a:miter/>
              </a:ln>
              <a:effectLst>
                <a:reflection stA="45000" endPos="1000" dist="50800" dir="5400000" sy="-100000" algn="bl" rotWithShape="0"/>
              </a:effectLst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A9C14F"/>
                  </a:highlight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5B902034-F3BA-4C80-8347-A7C4C473C633}"/>
                  </a:ext>
                </a:extLst>
              </p:cNvPr>
              <p:cNvSpPr/>
              <p:nvPr/>
            </p:nvSpPr>
            <p:spPr>
              <a:xfrm>
                <a:off x="1199994" y="2153073"/>
                <a:ext cx="1866777" cy="2162747"/>
              </a:xfrm>
              <a:custGeom>
                <a:avLst/>
                <a:gdLst>
                  <a:gd name="connsiteX0" fmla="*/ 1992614 w 1992615"/>
                  <a:gd name="connsiteY0" fmla="*/ 0 h 2308536"/>
                  <a:gd name="connsiteX1" fmla="*/ 1992615 w 1992615"/>
                  <a:gd name="connsiteY1" fmla="*/ 2308536 h 2308536"/>
                  <a:gd name="connsiteX2" fmla="*/ 0 w 1992615"/>
                  <a:gd name="connsiteY2" fmla="*/ 1159009 h 2308536"/>
                  <a:gd name="connsiteX3" fmla="*/ 72495 w 1992615"/>
                  <a:gd name="connsiteY3" fmla="*/ 1039679 h 2308536"/>
                  <a:gd name="connsiteX4" fmla="*/ 1790038 w 1992615"/>
                  <a:gd name="connsiteY4" fmla="*/ 10229 h 2308536"/>
                  <a:gd name="connsiteX5" fmla="*/ 1992614 w 1992615"/>
                  <a:gd name="connsiteY5" fmla="*/ 0 h 2308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2615" h="2308536">
                    <a:moveTo>
                      <a:pt x="1992614" y="0"/>
                    </a:moveTo>
                    <a:lnTo>
                      <a:pt x="1992615" y="2308536"/>
                    </a:lnTo>
                    <a:lnTo>
                      <a:pt x="0" y="1159009"/>
                    </a:lnTo>
                    <a:lnTo>
                      <a:pt x="72495" y="1039679"/>
                    </a:lnTo>
                    <a:cubicBezTo>
                      <a:pt x="454614" y="474069"/>
                      <a:pt x="1075225" y="82822"/>
                      <a:pt x="1790038" y="10229"/>
                    </a:cubicBezTo>
                    <a:lnTo>
                      <a:pt x="1992614" y="0"/>
                    </a:lnTo>
                    <a:close/>
                  </a:path>
                </a:pathLst>
              </a:custGeom>
              <a:solidFill>
                <a:srgbClr val="A9C14F">
                  <a:alpha val="90000"/>
                </a:srgbClr>
              </a:solidFill>
              <a:ln w="12700" cap="flat" cmpd="sng" algn="ctr">
                <a:noFill/>
                <a:prstDash val="solid"/>
                <a:miter/>
              </a:ln>
              <a:effectLst>
                <a:reflection stA="45000" endPos="1000" dist="50800" dir="5400000" sy="-100000" algn="bl" rotWithShape="0"/>
              </a:effectLst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A9C14F"/>
                  </a:highlight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0BFAE48B-BD5A-4B97-A6F9-CDF4285E5E98}"/>
                  </a:ext>
                </a:extLst>
              </p:cNvPr>
              <p:cNvSpPr/>
              <p:nvPr/>
            </p:nvSpPr>
            <p:spPr>
              <a:xfrm>
                <a:off x="3164186" y="3290912"/>
                <a:ext cx="2152505" cy="2158376"/>
              </a:xfrm>
              <a:custGeom>
                <a:avLst/>
                <a:gdLst>
                  <a:gd name="connsiteX0" fmla="*/ 2000339 w 2297603"/>
                  <a:gd name="connsiteY0" fmla="*/ 0 h 2303870"/>
                  <a:gd name="connsiteX1" fmla="*/ 2012450 w 2297603"/>
                  <a:gd name="connsiteY1" fmla="*/ 19936 h 2303870"/>
                  <a:gd name="connsiteX2" fmla="*/ 2297603 w 2297603"/>
                  <a:gd name="connsiteY2" fmla="*/ 1146091 h 2303870"/>
                  <a:gd name="connsiteX3" fmla="*/ 2012450 w 2297603"/>
                  <a:gd name="connsiteY3" fmla="*/ 2272246 h 2303870"/>
                  <a:gd name="connsiteX4" fmla="*/ 1993238 w 2297603"/>
                  <a:gd name="connsiteY4" fmla="*/ 2303870 h 2303870"/>
                  <a:gd name="connsiteX5" fmla="*/ 0 w 2297603"/>
                  <a:gd name="connsiteY5" fmla="*/ 1153983 h 2303870"/>
                  <a:gd name="connsiteX6" fmla="*/ 2000339 w 2297603"/>
                  <a:gd name="connsiteY6" fmla="*/ 0 h 2303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7603" h="2303870">
                    <a:moveTo>
                      <a:pt x="2000339" y="0"/>
                    </a:moveTo>
                    <a:lnTo>
                      <a:pt x="2012450" y="19936"/>
                    </a:lnTo>
                    <a:cubicBezTo>
                      <a:pt x="2194305" y="354700"/>
                      <a:pt x="2297603" y="738332"/>
                      <a:pt x="2297603" y="1146091"/>
                    </a:cubicBezTo>
                    <a:cubicBezTo>
                      <a:pt x="2297603" y="1553850"/>
                      <a:pt x="2194305" y="1937482"/>
                      <a:pt x="2012450" y="2272246"/>
                    </a:cubicBezTo>
                    <a:lnTo>
                      <a:pt x="1993238" y="2303870"/>
                    </a:lnTo>
                    <a:lnTo>
                      <a:pt x="0" y="1153983"/>
                    </a:lnTo>
                    <a:lnTo>
                      <a:pt x="2000339" y="0"/>
                    </a:lnTo>
                    <a:close/>
                  </a:path>
                </a:pathLst>
              </a:custGeom>
              <a:solidFill>
                <a:srgbClr val="A9C14F">
                  <a:alpha val="70000"/>
                </a:srgbClr>
              </a:solidFill>
              <a:ln w="12700" cap="flat" cmpd="sng" algn="ctr">
                <a:noFill/>
                <a:prstDash val="solid"/>
                <a:miter/>
              </a:ln>
              <a:effectLst>
                <a:reflection stA="45000" endPos="1000" dist="50800" dir="5400000" sy="-100000" algn="bl" rotWithShape="0"/>
              </a:effectLst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A9C14F"/>
                  </a:highlight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38D76D06-D6E6-47A7-82C3-BC545F834125}"/>
                  </a:ext>
                </a:extLst>
              </p:cNvPr>
              <p:cNvSpPr/>
              <p:nvPr/>
            </p:nvSpPr>
            <p:spPr>
              <a:xfrm>
                <a:off x="889897" y="3294180"/>
                <a:ext cx="2144853" cy="2151840"/>
              </a:xfrm>
              <a:custGeom>
                <a:avLst/>
                <a:gdLst>
                  <a:gd name="connsiteX0" fmla="*/ 295145 w 2289436"/>
                  <a:gd name="connsiteY0" fmla="*/ 0 h 2296894"/>
                  <a:gd name="connsiteX1" fmla="*/ 2289436 w 2289436"/>
                  <a:gd name="connsiteY1" fmla="*/ 1150494 h 2296894"/>
                  <a:gd name="connsiteX2" fmla="*/ 302246 w 2289436"/>
                  <a:gd name="connsiteY2" fmla="*/ 2296894 h 2296894"/>
                  <a:gd name="connsiteX3" fmla="*/ 285153 w 2289436"/>
                  <a:gd name="connsiteY3" fmla="*/ 2268757 h 2296894"/>
                  <a:gd name="connsiteX4" fmla="*/ 0 w 2289436"/>
                  <a:gd name="connsiteY4" fmla="*/ 1142602 h 2296894"/>
                  <a:gd name="connsiteX5" fmla="*/ 285153 w 2289436"/>
                  <a:gd name="connsiteY5" fmla="*/ 16447 h 2296894"/>
                  <a:gd name="connsiteX6" fmla="*/ 295145 w 2289436"/>
                  <a:gd name="connsiteY6" fmla="*/ 0 h 2296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9436" h="2296894">
                    <a:moveTo>
                      <a:pt x="295145" y="0"/>
                    </a:moveTo>
                    <a:lnTo>
                      <a:pt x="2289436" y="1150494"/>
                    </a:lnTo>
                    <a:lnTo>
                      <a:pt x="302246" y="2296894"/>
                    </a:lnTo>
                    <a:lnTo>
                      <a:pt x="285153" y="2268757"/>
                    </a:lnTo>
                    <a:cubicBezTo>
                      <a:pt x="103298" y="1933993"/>
                      <a:pt x="0" y="1550361"/>
                      <a:pt x="0" y="1142602"/>
                    </a:cubicBezTo>
                    <a:cubicBezTo>
                      <a:pt x="0" y="734843"/>
                      <a:pt x="103298" y="351211"/>
                      <a:pt x="285153" y="16447"/>
                    </a:cubicBezTo>
                    <a:lnTo>
                      <a:pt x="295145" y="0"/>
                    </a:lnTo>
                    <a:close/>
                  </a:path>
                </a:pathLst>
              </a:custGeom>
              <a:solidFill>
                <a:srgbClr val="A9C14F"/>
              </a:solidFill>
              <a:ln w="12700" cap="flat" cmpd="sng" algn="ctr">
                <a:noFill/>
                <a:prstDash val="solid"/>
                <a:miter/>
              </a:ln>
              <a:effectLst>
                <a:reflection stA="45000" endPos="1000" dist="50800" dir="5400000" sy="-100000" algn="bl" rotWithShape="0"/>
              </a:effectLst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A9C14F"/>
                  </a:highlight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1C1AA2ED-0F1F-4BD9-BBD4-C403536393D8}"/>
                  </a:ext>
                </a:extLst>
              </p:cNvPr>
              <p:cNvSpPr/>
              <p:nvPr/>
            </p:nvSpPr>
            <p:spPr>
              <a:xfrm>
                <a:off x="3131450" y="4427805"/>
                <a:ext cx="1866507" cy="2148795"/>
              </a:xfrm>
              <a:custGeom>
                <a:avLst/>
                <a:gdLst>
                  <a:gd name="connsiteX0" fmla="*/ 0 w 1992326"/>
                  <a:gd name="connsiteY0" fmla="*/ 0 h 2293644"/>
                  <a:gd name="connsiteX1" fmla="*/ 1992326 w 1992326"/>
                  <a:gd name="connsiteY1" fmla="*/ 1149360 h 2293644"/>
                  <a:gd name="connsiteX2" fmla="*/ 1929051 w 1992326"/>
                  <a:gd name="connsiteY2" fmla="*/ 1253513 h 2293644"/>
                  <a:gd name="connsiteX3" fmla="*/ 211508 w 1992326"/>
                  <a:gd name="connsiteY3" fmla="*/ 2282963 h 2293644"/>
                  <a:gd name="connsiteX4" fmla="*/ 1 w 1992326"/>
                  <a:gd name="connsiteY4" fmla="*/ 2293644 h 2293644"/>
                  <a:gd name="connsiteX5" fmla="*/ 0 w 1992326"/>
                  <a:gd name="connsiteY5" fmla="*/ 0 h 2293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2326" h="2293644">
                    <a:moveTo>
                      <a:pt x="0" y="0"/>
                    </a:moveTo>
                    <a:lnTo>
                      <a:pt x="1992326" y="1149360"/>
                    </a:lnTo>
                    <a:lnTo>
                      <a:pt x="1929051" y="1253513"/>
                    </a:lnTo>
                    <a:cubicBezTo>
                      <a:pt x="1546933" y="1819123"/>
                      <a:pt x="926322" y="2210370"/>
                      <a:pt x="211508" y="2282963"/>
                    </a:cubicBezTo>
                    <a:lnTo>
                      <a:pt x="1" y="22936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9C14F">
                  <a:alpha val="60000"/>
                </a:srgbClr>
              </a:solidFill>
              <a:ln w="12700" cap="flat" cmpd="sng" algn="ctr">
                <a:noFill/>
                <a:prstDash val="solid"/>
                <a:miter/>
              </a:ln>
              <a:effectLst>
                <a:reflection stA="45000" endPos="1000" dist="50800" dir="5400000" sy="-100000" algn="bl" rotWithShape="0"/>
              </a:effectLst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A9C14F"/>
                  </a:highlight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B9780F7E-3369-4857-B067-7594716A220B}"/>
                  </a:ext>
                </a:extLst>
              </p:cNvPr>
              <p:cNvSpPr/>
              <p:nvPr/>
            </p:nvSpPr>
            <p:spPr>
              <a:xfrm>
                <a:off x="1206647" y="4428218"/>
                <a:ext cx="1860123" cy="2147960"/>
              </a:xfrm>
              <a:custGeom>
                <a:avLst/>
                <a:gdLst>
                  <a:gd name="connsiteX0" fmla="*/ 1985512 w 1985512"/>
                  <a:gd name="connsiteY0" fmla="*/ 0 h 2292752"/>
                  <a:gd name="connsiteX1" fmla="*/ 1985512 w 1985512"/>
                  <a:gd name="connsiteY1" fmla="*/ 2292752 h 2292752"/>
                  <a:gd name="connsiteX2" fmla="*/ 1782936 w 1985512"/>
                  <a:gd name="connsiteY2" fmla="*/ 2282522 h 2292752"/>
                  <a:gd name="connsiteX3" fmla="*/ 65393 w 1985512"/>
                  <a:gd name="connsiteY3" fmla="*/ 1253072 h 2292752"/>
                  <a:gd name="connsiteX4" fmla="*/ 0 w 1985512"/>
                  <a:gd name="connsiteY4" fmla="*/ 1145431 h 2292752"/>
                  <a:gd name="connsiteX5" fmla="*/ 1985512 w 1985512"/>
                  <a:gd name="connsiteY5" fmla="*/ 0 h 2292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85512" h="2292752">
                    <a:moveTo>
                      <a:pt x="1985512" y="0"/>
                    </a:moveTo>
                    <a:lnTo>
                      <a:pt x="1985512" y="2292752"/>
                    </a:lnTo>
                    <a:lnTo>
                      <a:pt x="1782936" y="2282522"/>
                    </a:lnTo>
                    <a:cubicBezTo>
                      <a:pt x="1068123" y="2209929"/>
                      <a:pt x="447512" y="1818682"/>
                      <a:pt x="65393" y="1253072"/>
                    </a:cubicBezTo>
                    <a:lnTo>
                      <a:pt x="0" y="1145431"/>
                    </a:lnTo>
                    <a:lnTo>
                      <a:pt x="1985512" y="0"/>
                    </a:lnTo>
                    <a:close/>
                  </a:path>
                </a:pathLst>
              </a:custGeom>
              <a:solidFill>
                <a:srgbClr val="A9C14F">
                  <a:alpha val="50000"/>
                </a:srgbClr>
              </a:solidFill>
              <a:ln w="12700" cap="flat" cmpd="sng" algn="ctr">
                <a:noFill/>
                <a:prstDash val="solid"/>
                <a:miter/>
              </a:ln>
              <a:effectLst>
                <a:reflection stA="45000" endPos="1000" dist="50800" dir="5400000" sy="-100000" algn="bl" rotWithShape="0"/>
              </a:effectLst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A9C14F"/>
                  </a:highlight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74" name="모서리가 둥근 직사각형 12">
                <a:extLst>
                  <a:ext uri="{FF2B5EF4-FFF2-40B4-BE49-F238E27FC236}">
                    <a16:creationId xmlns:a16="http://schemas.microsoft.com/office/drawing/2014/main" id="{C6701054-06A0-4D01-B1A8-7C3901472BA5}"/>
                  </a:ext>
                </a:extLst>
              </p:cNvPr>
              <p:cNvSpPr/>
              <p:nvPr/>
            </p:nvSpPr>
            <p:spPr>
              <a:xfrm>
                <a:off x="1647678" y="5059479"/>
                <a:ext cx="1373592" cy="1047049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vert="horz" wrap="square" lIns="0" tIns="0" rIns="0" bIns="0" anchor="ctr">
                <a:spAutoFit/>
              </a:bodyPr>
              <a:lstStyle/>
              <a:p>
                <a:pPr algn="ctr">
                  <a:lnSpc>
                    <a:spcPct val="160000"/>
                  </a:lnSpc>
                  <a:spcBef>
                    <a:spcPct val="0"/>
                  </a:spcBef>
                </a:pPr>
                <a:r>
                  <a:rPr lang="ko-KR" altLang="en-US" sz="2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기타</a:t>
                </a:r>
                <a:endParaRPr lang="en-US" altLang="ko-K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endParaRPr>
              </a:p>
              <a:p>
                <a:pPr algn="ctr">
                  <a:spcBef>
                    <a:spcPct val="0"/>
                  </a:spcBef>
                </a:pP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학생이 상담을 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pPr algn="ctr">
                  <a:spcBef>
                    <a:spcPct val="0"/>
                  </a:spcBef>
                </a:pP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필요로 하는 영역      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E68DCB-986F-4570-9C04-4A555DA47CB6}"/>
                  </a:ext>
                </a:extLst>
              </p:cNvPr>
              <p:cNvSpPr txBox="1"/>
              <p:nvPr/>
            </p:nvSpPr>
            <p:spPr>
              <a:xfrm>
                <a:off x="959202" y="4060072"/>
                <a:ext cx="1167325" cy="50607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just">
                  <a:lnSpc>
                    <a:spcPct val="160000"/>
                  </a:lnSpc>
                  <a:spcBef>
                    <a:spcPct val="0"/>
                  </a:spcBef>
                  <a:def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ko-KR" altLang="en-US" sz="2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성격 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68D14E6-98E0-43CF-B2F2-963C0B0222FB}"/>
                  </a:ext>
                </a:extLst>
              </p:cNvPr>
              <p:cNvSpPr txBox="1"/>
              <p:nvPr/>
            </p:nvSpPr>
            <p:spPr>
              <a:xfrm>
                <a:off x="1755634" y="2839418"/>
                <a:ext cx="1157677" cy="50607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just">
                  <a:lnSpc>
                    <a:spcPct val="160000"/>
                  </a:lnSpc>
                  <a:spcBef>
                    <a:spcPct val="0"/>
                  </a:spcBef>
                  <a:def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ko-KR" altLang="en-US" sz="2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정서 </a:t>
                </a:r>
                <a:endPara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06A694A-8262-4E63-9844-90054D1F529C}"/>
                  </a:ext>
                </a:extLst>
              </p:cNvPr>
              <p:cNvSpPr txBox="1"/>
              <p:nvPr/>
            </p:nvSpPr>
            <p:spPr>
              <a:xfrm>
                <a:off x="3218423" y="2839418"/>
                <a:ext cx="1157677" cy="50607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just">
                  <a:lnSpc>
                    <a:spcPct val="160000"/>
                  </a:lnSpc>
                  <a:spcBef>
                    <a:spcPct val="0"/>
                  </a:spcBef>
                  <a:def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ko-KR" altLang="en-US" sz="2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학업 </a:t>
                </a:r>
                <a:endPara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16888C2-C6AB-4E4F-8AF5-E0C711A915CE}"/>
                  </a:ext>
                </a:extLst>
              </p:cNvPr>
              <p:cNvSpPr txBox="1"/>
              <p:nvPr/>
            </p:nvSpPr>
            <p:spPr>
              <a:xfrm>
                <a:off x="4028201" y="4060072"/>
                <a:ext cx="1157677" cy="50607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just">
                  <a:lnSpc>
                    <a:spcPct val="160000"/>
                  </a:lnSpc>
                  <a:spcBef>
                    <a:spcPct val="0"/>
                  </a:spcBef>
                  <a:def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ko-KR" altLang="en-US" sz="2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대인관계 </a:t>
                </a:r>
                <a:endPara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55CFE1C6-7270-44B2-9C34-598524D773A6}"/>
                  </a:ext>
                </a:extLst>
              </p:cNvPr>
              <p:cNvSpPr/>
              <p:nvPr/>
            </p:nvSpPr>
            <p:spPr>
              <a:xfrm>
                <a:off x="2464772" y="3794581"/>
                <a:ext cx="1267810" cy="126781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sp>
            <p:nvSpPr>
              <p:cNvPr id="49" name="모서리가 둥근 직사각형 12">
                <a:extLst>
                  <a:ext uri="{FF2B5EF4-FFF2-40B4-BE49-F238E27FC236}">
                    <a16:creationId xmlns:a16="http://schemas.microsoft.com/office/drawing/2014/main" id="{501CA9AB-B71B-450C-82F7-C293FDB171FC}"/>
                  </a:ext>
                </a:extLst>
              </p:cNvPr>
              <p:cNvSpPr/>
              <p:nvPr/>
            </p:nvSpPr>
            <p:spPr>
              <a:xfrm>
                <a:off x="3160739" y="5059478"/>
                <a:ext cx="1373592" cy="1047049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vert="horz" wrap="square" lIns="0" tIns="0" rIns="0" bIns="0" anchor="ctr">
                <a:spAutoFit/>
              </a:bodyPr>
              <a:lstStyle/>
              <a:p>
                <a:pPr algn="ctr">
                  <a:lnSpc>
                    <a:spcPct val="160000"/>
                  </a:lnSpc>
                  <a:spcBef>
                    <a:spcPct val="0"/>
                  </a:spcBef>
                </a:pPr>
                <a:r>
                  <a:rPr lang="ko-KR" altLang="en-US" sz="2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위기</a:t>
                </a:r>
                <a:endParaRPr lang="en-US" altLang="ko-K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학교폭력</a:t>
                </a: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,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자해</a:t>
                </a:r>
                <a:r>
                  <a:rPr lang="en-US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•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자살 등</a:t>
                </a:r>
                <a:endParaRPr lang="en-US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82BB0B08-B6C4-481C-89AF-525106EA8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58341" y="4038946"/>
              <a:ext cx="845923" cy="773539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6263F5C-ED92-4217-B83E-F7E641586D5C}"/>
              </a:ext>
            </a:extLst>
          </p:cNvPr>
          <p:cNvGrpSpPr/>
          <p:nvPr/>
        </p:nvGrpSpPr>
        <p:grpSpPr>
          <a:xfrm>
            <a:off x="6234585" y="4586552"/>
            <a:ext cx="1752358" cy="446097"/>
            <a:chOff x="6351634" y="4523212"/>
            <a:chExt cx="1765151" cy="449354"/>
          </a:xfrm>
        </p:grpSpPr>
        <p:sp>
          <p:nvSpPr>
            <p:cNvPr id="47" name="화살표: 오각형 46">
              <a:extLst>
                <a:ext uri="{FF2B5EF4-FFF2-40B4-BE49-F238E27FC236}">
                  <a16:creationId xmlns:a16="http://schemas.microsoft.com/office/drawing/2014/main" id="{D9A98B26-7189-4844-B199-33C31B155613}"/>
                </a:ext>
              </a:extLst>
            </p:cNvPr>
            <p:cNvSpPr/>
            <p:nvPr/>
          </p:nvSpPr>
          <p:spPr>
            <a:xfrm>
              <a:off x="6367443" y="4622720"/>
              <a:ext cx="1749342" cy="316832"/>
            </a:xfrm>
            <a:prstGeom prst="homePlat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9319A6-EE07-4C78-891A-0B51C26F23B7}"/>
                </a:ext>
              </a:extLst>
            </p:cNvPr>
            <p:cNvSpPr txBox="1"/>
            <p:nvPr/>
          </p:nvSpPr>
          <p:spPr>
            <a:xfrm>
              <a:off x="6351634" y="4523212"/>
              <a:ext cx="1644312" cy="44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60000"/>
                </a:lnSpc>
                <a:spcBef>
                  <a:spcPct val="0"/>
                </a:spcBef>
              </a:pPr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  <a:cs typeface="KoPubWorld돋움체 Medium" panose="00000600000000000000" pitchFamily="2" charset="-127"/>
                </a:rPr>
                <a:t>성격 및 인성검사</a:t>
              </a:r>
              <a:endParaRPr lang="en-US" altLang="ko-KR" sz="1600" dirty="0">
                <a:solidFill>
                  <a:schemeClr val="bg1"/>
                </a:solidFill>
                <a:latin typeface="+mj-ea"/>
                <a:ea typeface="+mj-ea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2187B52-0F5E-45E8-9360-06ADBD648A2E}"/>
              </a:ext>
            </a:extLst>
          </p:cNvPr>
          <p:cNvSpPr/>
          <p:nvPr/>
        </p:nvSpPr>
        <p:spPr>
          <a:xfrm rot="18900000">
            <a:off x="6533625" y="3154048"/>
            <a:ext cx="1154278" cy="1154277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F893AC-062D-4359-84EC-A8D9616DA9D8}"/>
              </a:ext>
            </a:extLst>
          </p:cNvPr>
          <p:cNvSpPr txBox="1"/>
          <p:nvPr/>
        </p:nvSpPr>
        <p:spPr>
          <a:xfrm>
            <a:off x="6267505" y="4966137"/>
            <a:ext cx="1686519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ct val="0"/>
              </a:spcBef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기질과 성격 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62AD42-AB06-4BE8-B0FA-D998E489E441}"/>
              </a:ext>
            </a:extLst>
          </p:cNvPr>
          <p:cNvSpPr txBox="1"/>
          <p:nvPr/>
        </p:nvSpPr>
        <p:spPr>
          <a:xfrm>
            <a:off x="6267504" y="5228353"/>
            <a:ext cx="1686521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lnSpc>
                <a:spcPct val="160000"/>
              </a:lnSpc>
              <a:spcBef>
                <a:spcPct val="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defRPr>
            </a:lvl1pPr>
          </a:lstStyle>
          <a:p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정서 상태 이해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DE8D7275-4D8A-4DEA-9732-AD464792E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708" y="3312003"/>
            <a:ext cx="868112" cy="868112"/>
          </a:xfrm>
          <a:prstGeom prst="rect">
            <a:avLst/>
          </a:prstGeom>
        </p:spPr>
      </p:pic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3D4A9BB0-0ABB-4AC6-ACC7-9DDAE91ACB5B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FA5D86-723E-4DF0-A7B6-30D7914E0B58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클래스에서는 무엇을 하나요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F1A91E4-C3BE-4EA0-B2EF-22D45858815A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9CC2CDD-1BFC-4004-8B5D-EBE59A4D5218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ko-KR" sz="3600" spc="-300" dirty="0" err="1"/>
              <a:t>Ⅳ</a:t>
            </a:r>
            <a:endParaRPr lang="en-US" sz="3600" spc="-300" dirty="0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5CC979F-72E3-4BCF-88DE-28A16F730B53}"/>
              </a:ext>
            </a:extLst>
          </p:cNvPr>
          <p:cNvCxnSpPr>
            <a:cxnSpLocks/>
          </p:cNvCxnSpPr>
          <p:nvPr/>
        </p:nvCxnSpPr>
        <p:spPr>
          <a:xfrm>
            <a:off x="8099055" y="2914988"/>
            <a:ext cx="0" cy="2738975"/>
          </a:xfrm>
          <a:prstGeom prst="line">
            <a:avLst/>
          </a:prstGeom>
          <a:ln w="3175">
            <a:solidFill>
              <a:schemeClr val="bg1">
                <a:lumMod val="75000"/>
                <a:alpha val="7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D347B2A-98B7-4B4D-9254-FFF2463103C9}"/>
              </a:ext>
            </a:extLst>
          </p:cNvPr>
          <p:cNvCxnSpPr>
            <a:cxnSpLocks/>
          </p:cNvCxnSpPr>
          <p:nvPr/>
        </p:nvCxnSpPr>
        <p:spPr>
          <a:xfrm>
            <a:off x="10075637" y="2914988"/>
            <a:ext cx="0" cy="2738975"/>
          </a:xfrm>
          <a:prstGeom prst="line">
            <a:avLst/>
          </a:prstGeom>
          <a:ln w="3175">
            <a:solidFill>
              <a:schemeClr val="bg1">
                <a:lumMod val="75000"/>
                <a:alpha val="7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2BE4E4BC-8F0F-46A2-872D-3B4B980FC7DC}"/>
              </a:ext>
            </a:extLst>
          </p:cNvPr>
          <p:cNvGrpSpPr/>
          <p:nvPr/>
        </p:nvGrpSpPr>
        <p:grpSpPr>
          <a:xfrm>
            <a:off x="8211167" y="4586552"/>
            <a:ext cx="1752358" cy="446097"/>
            <a:chOff x="6351634" y="4523212"/>
            <a:chExt cx="1765151" cy="449354"/>
          </a:xfrm>
        </p:grpSpPr>
        <p:sp>
          <p:nvSpPr>
            <p:cNvPr id="111" name="화살표: 오각형 110">
              <a:extLst>
                <a:ext uri="{FF2B5EF4-FFF2-40B4-BE49-F238E27FC236}">
                  <a16:creationId xmlns:a16="http://schemas.microsoft.com/office/drawing/2014/main" id="{1ECCD5CC-AF01-4C5F-A33C-0464F1D2DDF2}"/>
                </a:ext>
              </a:extLst>
            </p:cNvPr>
            <p:cNvSpPr/>
            <p:nvPr/>
          </p:nvSpPr>
          <p:spPr>
            <a:xfrm>
              <a:off x="6367443" y="4622720"/>
              <a:ext cx="1749342" cy="316832"/>
            </a:xfrm>
            <a:prstGeom prst="homePlat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84C735D-8A7A-4DD0-A00B-3DC04EA5E4E0}"/>
                </a:ext>
              </a:extLst>
            </p:cNvPr>
            <p:cNvSpPr txBox="1"/>
            <p:nvPr/>
          </p:nvSpPr>
          <p:spPr>
            <a:xfrm>
              <a:off x="6351634" y="4523212"/>
              <a:ext cx="1644312" cy="44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60000"/>
                </a:lnSpc>
                <a:spcBef>
                  <a:spcPct val="0"/>
                </a:spcBef>
              </a:pPr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  <a:cs typeface="KoPubWorld돋움체 Medium" panose="00000600000000000000" pitchFamily="2" charset="-127"/>
                </a:rPr>
                <a:t>성격 및 인성검사</a:t>
              </a:r>
              <a:endParaRPr lang="en-US" altLang="ko-KR" sz="1600" dirty="0">
                <a:solidFill>
                  <a:schemeClr val="bg1"/>
                </a:solidFill>
                <a:latin typeface="+mj-ea"/>
                <a:ea typeface="+mj-ea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3396AE3D-7F3F-44DE-8AB6-6C71FC9AC59D}"/>
              </a:ext>
            </a:extLst>
          </p:cNvPr>
          <p:cNvSpPr/>
          <p:nvPr/>
        </p:nvSpPr>
        <p:spPr>
          <a:xfrm rot="18900000">
            <a:off x="8510207" y="3154048"/>
            <a:ext cx="1154278" cy="1154277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714B805-ED0E-421A-8417-6C97F79A47E0}"/>
              </a:ext>
            </a:extLst>
          </p:cNvPr>
          <p:cNvSpPr txBox="1"/>
          <p:nvPr/>
        </p:nvSpPr>
        <p:spPr>
          <a:xfrm>
            <a:off x="8244087" y="4966137"/>
            <a:ext cx="1686519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ct val="0"/>
              </a:spcBef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 요인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8C462C6-839B-49E8-B16E-BE68F94A13B5}"/>
              </a:ext>
            </a:extLst>
          </p:cNvPr>
          <p:cNvSpPr txBox="1"/>
          <p:nvPr/>
        </p:nvSpPr>
        <p:spPr>
          <a:xfrm>
            <a:off x="8244086" y="5228353"/>
            <a:ext cx="1686521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lnSpc>
                <a:spcPct val="160000"/>
              </a:lnSpc>
              <a:spcBef>
                <a:spcPct val="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defRPr>
            </a:lvl1pPr>
          </a:lstStyle>
          <a:p>
            <a:pPr algn="ctr">
              <a:lnSpc>
                <a:spcPct val="160000"/>
              </a:lnSpc>
              <a:spcBef>
                <a:spcPct val="0"/>
              </a:spcBef>
            </a:pP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인지적 특성 이해</a:t>
            </a:r>
            <a:endParaRPr lang="en-US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288E92-3AE6-4981-9342-DE289FFE3DC3}"/>
              </a:ext>
            </a:extLst>
          </p:cNvPr>
          <p:cNvGrpSpPr/>
          <p:nvPr/>
        </p:nvGrpSpPr>
        <p:grpSpPr>
          <a:xfrm>
            <a:off x="10195595" y="4586552"/>
            <a:ext cx="1736664" cy="446097"/>
            <a:chOff x="10195595" y="4586552"/>
            <a:chExt cx="1736664" cy="446097"/>
          </a:xfrm>
        </p:grpSpPr>
        <p:sp>
          <p:nvSpPr>
            <p:cNvPr id="119" name="화살표: 오각형 118">
              <a:extLst>
                <a:ext uri="{FF2B5EF4-FFF2-40B4-BE49-F238E27FC236}">
                  <a16:creationId xmlns:a16="http://schemas.microsoft.com/office/drawing/2014/main" id="{A740206B-E979-4525-86A5-AD7EA1F73325}"/>
                </a:ext>
              </a:extLst>
            </p:cNvPr>
            <p:cNvSpPr/>
            <p:nvPr/>
          </p:nvSpPr>
          <p:spPr>
            <a:xfrm>
              <a:off x="10195595" y="4685339"/>
              <a:ext cx="1736664" cy="314536"/>
            </a:xfrm>
            <a:prstGeom prst="homePlat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93D5EBA-AC7F-47E6-9B97-3B72490CD3CB}"/>
                </a:ext>
              </a:extLst>
            </p:cNvPr>
            <p:cNvSpPr txBox="1"/>
            <p:nvPr/>
          </p:nvSpPr>
          <p:spPr>
            <a:xfrm>
              <a:off x="10247730" y="4586552"/>
              <a:ext cx="1632395" cy="4460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60000"/>
                </a:lnSpc>
                <a:spcBef>
                  <a:spcPct val="0"/>
                </a:spcBef>
              </a:pPr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  <a:cs typeface="KoPubWorld돋움체 Medium" panose="00000600000000000000" pitchFamily="2" charset="-127"/>
                </a:rPr>
                <a:t>투사검사</a:t>
              </a:r>
              <a:endParaRPr lang="en-US" altLang="ko-KR" sz="1600" dirty="0">
                <a:solidFill>
                  <a:schemeClr val="bg1"/>
                </a:solidFill>
                <a:latin typeface="+mj-ea"/>
                <a:ea typeface="+mj-ea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6EBCB620-1AD8-403A-9A56-2D6E45C037E6}"/>
              </a:ext>
            </a:extLst>
          </p:cNvPr>
          <p:cNvSpPr/>
          <p:nvPr/>
        </p:nvSpPr>
        <p:spPr>
          <a:xfrm rot="18900000">
            <a:off x="10486788" y="3154048"/>
            <a:ext cx="1154278" cy="1154277"/>
          </a:xfrm>
          <a:prstGeom prst="roundRect">
            <a:avLst/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C86D2D6-38A7-4F65-8EFC-D259D8176EE3}"/>
              </a:ext>
            </a:extLst>
          </p:cNvPr>
          <p:cNvSpPr txBox="1"/>
          <p:nvPr/>
        </p:nvSpPr>
        <p:spPr>
          <a:xfrm>
            <a:off x="10195601" y="4966137"/>
            <a:ext cx="1736652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ct val="0"/>
              </a:spcBef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심리적 무의식 이해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A2792053-35FA-4C3B-9DBE-28A4E7A64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683" y="3321271"/>
            <a:ext cx="849578" cy="84957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8FB4F8F-9B33-4A20-9B4F-79488FB7B1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290" y="3343772"/>
            <a:ext cx="839024" cy="83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9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58AE69A3-AC67-46F7-8C56-C7A433F969D8}"/>
              </a:ext>
            </a:extLst>
          </p:cNvPr>
          <p:cNvSpPr/>
          <p:nvPr/>
        </p:nvSpPr>
        <p:spPr>
          <a:xfrm>
            <a:off x="0" y="3829591"/>
            <a:ext cx="12192000" cy="3028410"/>
          </a:xfrm>
          <a:custGeom>
            <a:avLst/>
            <a:gdLst>
              <a:gd name="connsiteX0" fmla="*/ 0 w 12192000"/>
              <a:gd name="connsiteY0" fmla="*/ 0 h 3039606"/>
              <a:gd name="connsiteX1" fmla="*/ 1439734 w 12192000"/>
              <a:gd name="connsiteY1" fmla="*/ 0 h 3039606"/>
              <a:gd name="connsiteX2" fmla="*/ 1527264 w 12192000"/>
              <a:gd name="connsiteY2" fmla="*/ 150915 h 3039606"/>
              <a:gd name="connsiteX3" fmla="*/ 1614795 w 12192000"/>
              <a:gd name="connsiteY3" fmla="*/ 0 h 3039606"/>
              <a:gd name="connsiteX4" fmla="*/ 4519818 w 12192000"/>
              <a:gd name="connsiteY4" fmla="*/ 0 h 3039606"/>
              <a:gd name="connsiteX5" fmla="*/ 4607348 w 12192000"/>
              <a:gd name="connsiteY5" fmla="*/ 150915 h 3039606"/>
              <a:gd name="connsiteX6" fmla="*/ 4694879 w 12192000"/>
              <a:gd name="connsiteY6" fmla="*/ 0 h 3039606"/>
              <a:gd name="connsiteX7" fmla="*/ 7484399 w 12192000"/>
              <a:gd name="connsiteY7" fmla="*/ 0 h 3039606"/>
              <a:gd name="connsiteX8" fmla="*/ 7571929 w 12192000"/>
              <a:gd name="connsiteY8" fmla="*/ 150915 h 3039606"/>
              <a:gd name="connsiteX9" fmla="*/ 7659460 w 12192000"/>
              <a:gd name="connsiteY9" fmla="*/ 0 h 3039606"/>
              <a:gd name="connsiteX10" fmla="*/ 10574108 w 12192000"/>
              <a:gd name="connsiteY10" fmla="*/ 0 h 3039606"/>
              <a:gd name="connsiteX11" fmla="*/ 10661639 w 12192000"/>
              <a:gd name="connsiteY11" fmla="*/ 150915 h 3039606"/>
              <a:gd name="connsiteX12" fmla="*/ 10749170 w 12192000"/>
              <a:gd name="connsiteY12" fmla="*/ 0 h 3039606"/>
              <a:gd name="connsiteX13" fmla="*/ 12192000 w 12192000"/>
              <a:gd name="connsiteY13" fmla="*/ 0 h 3039606"/>
              <a:gd name="connsiteX14" fmla="*/ 12192000 w 12192000"/>
              <a:gd name="connsiteY14" fmla="*/ 3039606 h 3039606"/>
              <a:gd name="connsiteX15" fmla="*/ 0 w 12192000"/>
              <a:gd name="connsiteY15" fmla="*/ 3039606 h 303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3039606">
                <a:moveTo>
                  <a:pt x="0" y="0"/>
                </a:moveTo>
                <a:lnTo>
                  <a:pt x="1439734" y="0"/>
                </a:lnTo>
                <a:lnTo>
                  <a:pt x="1527264" y="150915"/>
                </a:lnTo>
                <a:lnTo>
                  <a:pt x="1614795" y="0"/>
                </a:lnTo>
                <a:lnTo>
                  <a:pt x="4519818" y="0"/>
                </a:lnTo>
                <a:lnTo>
                  <a:pt x="4607348" y="150915"/>
                </a:lnTo>
                <a:lnTo>
                  <a:pt x="4694879" y="0"/>
                </a:lnTo>
                <a:lnTo>
                  <a:pt x="7484399" y="0"/>
                </a:lnTo>
                <a:lnTo>
                  <a:pt x="7571929" y="150915"/>
                </a:lnTo>
                <a:lnTo>
                  <a:pt x="7659460" y="0"/>
                </a:lnTo>
                <a:lnTo>
                  <a:pt x="10574108" y="0"/>
                </a:lnTo>
                <a:lnTo>
                  <a:pt x="10661639" y="150915"/>
                </a:lnTo>
                <a:lnTo>
                  <a:pt x="10749170" y="0"/>
                </a:lnTo>
                <a:lnTo>
                  <a:pt x="12192000" y="0"/>
                </a:lnTo>
                <a:lnTo>
                  <a:pt x="12192000" y="3039606"/>
                </a:lnTo>
                <a:lnTo>
                  <a:pt x="0" y="3039606"/>
                </a:lnTo>
                <a:close/>
              </a:path>
            </a:pathLst>
          </a:custGeom>
          <a:solidFill>
            <a:srgbClr val="A9C14F">
              <a:alpha val="14000"/>
            </a:srgbClr>
          </a:solidFill>
          <a:ln w="28575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47E682-19B4-4D4C-A5BA-C05CE7A14217}"/>
              </a:ext>
            </a:extLst>
          </p:cNvPr>
          <p:cNvSpPr txBox="1"/>
          <p:nvPr/>
        </p:nvSpPr>
        <p:spPr>
          <a:xfrm>
            <a:off x="9873365" y="6501973"/>
            <a:ext cx="1584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OO 클래스 등</a:t>
            </a:r>
            <a:endParaRPr 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DD2476-D765-481C-B47A-9AB1D9FCBC89}"/>
              </a:ext>
            </a:extLst>
          </p:cNvPr>
          <p:cNvSpPr txBox="1"/>
          <p:nvPr/>
        </p:nvSpPr>
        <p:spPr>
          <a:xfrm>
            <a:off x="1103401" y="4050124"/>
            <a:ext cx="84383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</a:lstStyle>
          <a:p>
            <a:pPr marL="0" lvl="1" algn="ctr"/>
            <a:r>
              <a:rPr lang="ko-KR" altLang="en-US" dirty="0">
                <a:solidFill>
                  <a:srgbClr val="A9C14F"/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방문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1A9211-C71E-4D4C-87CB-1F736FCBB29C}"/>
              </a:ext>
            </a:extLst>
          </p:cNvPr>
          <p:cNvSpPr txBox="1"/>
          <p:nvPr/>
        </p:nvSpPr>
        <p:spPr>
          <a:xfrm>
            <a:off x="4152375" y="4050124"/>
            <a:ext cx="84383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</a:lstStyle>
          <a:p>
            <a:pPr marL="0" lvl="1" algn="ctr"/>
            <a:r>
              <a:rPr lang="ko-KR" altLang="en-US" dirty="0">
                <a:solidFill>
                  <a:srgbClr val="A9C14F"/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전화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2038EC-6FA2-49F8-B57C-45D46F59EC51}"/>
              </a:ext>
            </a:extLst>
          </p:cNvPr>
          <p:cNvSpPr txBox="1"/>
          <p:nvPr/>
        </p:nvSpPr>
        <p:spPr>
          <a:xfrm>
            <a:off x="6700494" y="4050124"/>
            <a:ext cx="178474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</a:lstStyle>
          <a:p>
            <a:pPr marL="0" lvl="1" algn="ctr"/>
            <a:r>
              <a:rPr lang="ko-KR" altLang="en-US" dirty="0">
                <a:solidFill>
                  <a:srgbClr val="A9C14F"/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교내 메신저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09AE92-E27A-4DB8-AAD6-6F267279076D}"/>
              </a:ext>
            </a:extLst>
          </p:cNvPr>
          <p:cNvSpPr txBox="1"/>
          <p:nvPr/>
        </p:nvSpPr>
        <p:spPr>
          <a:xfrm>
            <a:off x="9775251" y="4050124"/>
            <a:ext cx="178474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</a:lstStyle>
          <a:p>
            <a:pPr marL="0" lvl="1" algn="ctr"/>
            <a:r>
              <a:rPr lang="ko-KR" altLang="en-US" dirty="0">
                <a:solidFill>
                  <a:srgbClr val="A9C14F"/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온라인 매체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9D45BAD-AA5B-448A-8A8C-A54233C42443}"/>
              </a:ext>
            </a:extLst>
          </p:cNvPr>
          <p:cNvGrpSpPr/>
          <p:nvPr/>
        </p:nvGrpSpPr>
        <p:grpSpPr>
          <a:xfrm>
            <a:off x="3041542" y="4086974"/>
            <a:ext cx="6096562" cy="251866"/>
            <a:chOff x="3041542" y="4052769"/>
            <a:chExt cx="6096562" cy="251866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D1D220A-90ED-4F5A-ACB9-2465151A0167}"/>
                </a:ext>
              </a:extLst>
            </p:cNvPr>
            <p:cNvCxnSpPr>
              <a:cxnSpLocks/>
            </p:cNvCxnSpPr>
            <p:nvPr/>
          </p:nvCxnSpPr>
          <p:spPr>
            <a:xfrm>
              <a:off x="3041542" y="4052769"/>
              <a:ext cx="0" cy="251866"/>
            </a:xfrm>
            <a:prstGeom prst="line">
              <a:avLst/>
            </a:prstGeom>
            <a:ln>
              <a:solidFill>
                <a:srgbClr val="A9C1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8578DAA7-CEBD-45A4-99ED-805977266CA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52769"/>
              <a:ext cx="0" cy="251866"/>
            </a:xfrm>
            <a:prstGeom prst="line">
              <a:avLst/>
            </a:prstGeom>
            <a:ln>
              <a:solidFill>
                <a:srgbClr val="A9C1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9CB63FF0-E7BD-4F8E-9BC3-70A72E0A0574}"/>
                </a:ext>
              </a:extLst>
            </p:cNvPr>
            <p:cNvCxnSpPr>
              <a:cxnSpLocks/>
            </p:cNvCxnSpPr>
            <p:nvPr/>
          </p:nvCxnSpPr>
          <p:spPr>
            <a:xfrm>
              <a:off x="9138104" y="4052769"/>
              <a:ext cx="0" cy="251866"/>
            </a:xfrm>
            <a:prstGeom prst="line">
              <a:avLst/>
            </a:prstGeom>
            <a:ln>
              <a:solidFill>
                <a:srgbClr val="A9C1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EFEE5AC-C466-4388-938A-E3C552C4B488}"/>
              </a:ext>
            </a:extLst>
          </p:cNvPr>
          <p:cNvSpPr/>
          <p:nvPr/>
        </p:nvSpPr>
        <p:spPr>
          <a:xfrm>
            <a:off x="5260811" y="3193338"/>
            <a:ext cx="1855726" cy="464376"/>
          </a:xfrm>
          <a:prstGeom prst="roundRect">
            <a:avLst>
              <a:gd name="adj" fmla="val 5000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B6998C-D39E-4F94-939A-FD30B09FB37B}"/>
              </a:ext>
            </a:extLst>
          </p:cNvPr>
          <p:cNvSpPr txBox="1"/>
          <p:nvPr/>
        </p:nvSpPr>
        <p:spPr>
          <a:xfrm>
            <a:off x="5336791" y="3240860"/>
            <a:ext cx="170376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</a:lstStyle>
          <a:p>
            <a:pPr marL="0" lvl="1" algn="ctr"/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신청 방법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2D6504-358B-4DA0-A391-38AC49590492}"/>
              </a:ext>
            </a:extLst>
          </p:cNvPr>
          <p:cNvSpPr txBox="1"/>
          <p:nvPr/>
        </p:nvSpPr>
        <p:spPr>
          <a:xfrm>
            <a:off x="5466130" y="2098052"/>
            <a:ext cx="165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ko-KR" dirty="0">
                <a:solidFill>
                  <a:srgbClr val="A9C14F"/>
                </a:solidFill>
              </a:rPr>
              <a:t>09:00~17:00</a:t>
            </a:r>
            <a:endParaRPr lang="en-US" dirty="0">
              <a:solidFill>
                <a:srgbClr val="A9C14F"/>
              </a:solidFill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DF8242FB-938D-4A8C-9D6B-86272A559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736" y="2016745"/>
            <a:ext cx="416842" cy="41684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A11D816-7519-486B-A2A1-8FBB07BB9B33}"/>
              </a:ext>
            </a:extLst>
          </p:cNvPr>
          <p:cNvSpPr txBox="1"/>
          <p:nvPr/>
        </p:nvSpPr>
        <p:spPr>
          <a:xfrm>
            <a:off x="4685535" y="2494252"/>
            <a:ext cx="3043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수업시간 </a:t>
            </a:r>
            <a:r>
              <a:rPr lang="en-US" altLang="ko-KR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점심시간 </a:t>
            </a:r>
            <a:r>
              <a:rPr lang="en-US" altLang="ko-KR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방과 후</a:t>
            </a:r>
            <a:endParaRPr lang="en-US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38FCCBF-A9CB-49C1-8EF6-F16C207C0E73}"/>
              </a:ext>
            </a:extLst>
          </p:cNvPr>
          <p:cNvSpPr/>
          <p:nvPr/>
        </p:nvSpPr>
        <p:spPr>
          <a:xfrm>
            <a:off x="5260811" y="1437517"/>
            <a:ext cx="1855726" cy="464376"/>
          </a:xfrm>
          <a:prstGeom prst="roundRect">
            <a:avLst>
              <a:gd name="adj" fmla="val 5000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79ED3D-D93B-4238-A2B4-57E42E44B188}"/>
              </a:ext>
            </a:extLst>
          </p:cNvPr>
          <p:cNvSpPr txBox="1"/>
          <p:nvPr/>
        </p:nvSpPr>
        <p:spPr>
          <a:xfrm>
            <a:off x="5336791" y="1485039"/>
            <a:ext cx="170376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</a:lstStyle>
          <a:p>
            <a:pPr marL="0" lvl="1" algn="ctr"/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이용 시간 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예시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)</a:t>
            </a:r>
            <a:endParaRPr lang="ko-K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DCB15477-19A4-4A81-B53D-4D34FF093819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406A39-D3BF-4B02-9A56-2162C75C7E61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 어떻게 이용 하나요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076CB9-1897-479F-BB10-F8B5F863B542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67CD44E-4AFF-403F-98F6-C80E1CA51919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ko-KR" sz="3600" spc="-300" dirty="0" err="1"/>
              <a:t>Ⅴ</a:t>
            </a:r>
            <a:endParaRPr lang="en-US" sz="3600" spc="-3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5DBACBA-7929-4547-B4D3-51C4EB30F5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68" b="2513"/>
          <a:stretch/>
        </p:blipFill>
        <p:spPr>
          <a:xfrm>
            <a:off x="6094059" y="4435457"/>
            <a:ext cx="3047027" cy="2041577"/>
          </a:xfrm>
          <a:prstGeom prst="rect">
            <a:avLst/>
          </a:prstGeom>
        </p:spPr>
      </p:pic>
      <p:pic>
        <p:nvPicPr>
          <p:cNvPr id="12" name="Picture 2" descr="black and gray ip desk phone">
            <a:extLst>
              <a:ext uri="{FF2B5EF4-FFF2-40B4-BE49-F238E27FC236}">
                <a16:creationId xmlns:a16="http://schemas.microsoft.com/office/drawing/2014/main" id="{70E28995-3908-4D8A-B1FB-8640D5AB6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641" y="4435457"/>
            <a:ext cx="3047026" cy="203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68F7AE9-BAE5-464A-97E6-23C6295052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0" r="12397" b="1581"/>
          <a:stretch/>
        </p:blipFill>
        <p:spPr>
          <a:xfrm>
            <a:off x="0" y="4435456"/>
            <a:ext cx="3050635" cy="20360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FFD221-E72D-4E30-BDF3-270CE225C5C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1" t="42072" r="24667" b="10809"/>
          <a:stretch/>
        </p:blipFill>
        <p:spPr>
          <a:xfrm>
            <a:off x="9144967" y="4430851"/>
            <a:ext cx="3054257" cy="204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7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F08911A-7139-4CCB-BE9D-8BDB6AF1308B}"/>
              </a:ext>
            </a:extLst>
          </p:cNvPr>
          <p:cNvSpPr txBox="1"/>
          <p:nvPr/>
        </p:nvSpPr>
        <p:spPr>
          <a:xfrm>
            <a:off x="771152" y="1363056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상담 진행 과정 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8EED6C0-B860-4074-ACC8-98E84A86D48D}"/>
              </a:ext>
            </a:extLst>
          </p:cNvPr>
          <p:cNvCxnSpPr>
            <a:cxnSpLocks/>
          </p:cNvCxnSpPr>
          <p:nvPr/>
        </p:nvCxnSpPr>
        <p:spPr>
          <a:xfrm>
            <a:off x="606463" y="1414189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3622670-AF5B-4A90-BA57-E2200B3AEE2C}"/>
              </a:ext>
            </a:extLst>
          </p:cNvPr>
          <p:cNvGrpSpPr/>
          <p:nvPr/>
        </p:nvGrpSpPr>
        <p:grpSpPr>
          <a:xfrm>
            <a:off x="476995" y="2330853"/>
            <a:ext cx="11350763" cy="4227536"/>
            <a:chOff x="476996" y="2426573"/>
            <a:chExt cx="11028458" cy="4107495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4DB5CC7-C6F7-4427-BDD1-22530EFC2D14}"/>
                </a:ext>
              </a:extLst>
            </p:cNvPr>
            <p:cNvGrpSpPr/>
            <p:nvPr/>
          </p:nvGrpSpPr>
          <p:grpSpPr>
            <a:xfrm>
              <a:off x="1054595" y="2452500"/>
              <a:ext cx="1166406" cy="1166406"/>
              <a:chOff x="1091832" y="2297866"/>
              <a:chExt cx="1244999" cy="1244999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2C62DA5A-2D91-412F-8F57-BB19EBF07687}"/>
                  </a:ext>
                </a:extLst>
              </p:cNvPr>
              <p:cNvSpPr/>
              <p:nvPr/>
            </p:nvSpPr>
            <p:spPr>
              <a:xfrm rot="18900000">
                <a:off x="1128544" y="2334578"/>
                <a:ext cx="1171575" cy="1171575"/>
              </a:xfrm>
              <a:prstGeom prst="roundRect">
                <a:avLst/>
              </a:prstGeom>
              <a:solidFill>
                <a:srgbClr val="A9C14F">
                  <a:alpha val="2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F8557858-382A-4E0B-A61E-F7C5A9F3CE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91832" y="2297866"/>
                <a:ext cx="1244999" cy="1244999"/>
              </a:xfrm>
              <a:prstGeom prst="rect">
                <a:avLst/>
              </a:prstGeom>
            </p:spPr>
          </p:pic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43B5D77-A075-43B9-B009-01E97B030102}"/>
                </a:ext>
              </a:extLst>
            </p:cNvPr>
            <p:cNvGrpSpPr/>
            <p:nvPr/>
          </p:nvGrpSpPr>
          <p:grpSpPr>
            <a:xfrm>
              <a:off x="476996" y="3929620"/>
              <a:ext cx="2197780" cy="1527232"/>
              <a:chOff x="174186" y="3900229"/>
              <a:chExt cx="2249634" cy="1563267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497A1A-25DD-4C5D-8AB4-5807737E81AB}"/>
                  </a:ext>
                </a:extLst>
              </p:cNvPr>
              <p:cNvSpPr txBox="1"/>
              <p:nvPr/>
            </p:nvSpPr>
            <p:spPr>
              <a:xfrm>
                <a:off x="174186" y="4927932"/>
                <a:ext cx="2189572" cy="535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ㆍ상담신청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pPr lvl="0">
                  <a:defRPr/>
                </a:pP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 (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방문</a:t>
                </a: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/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전화</a:t>
                </a: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/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온라인</a:t>
                </a: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)</a:t>
                </a:r>
              </a:p>
            </p:txBody>
          </p: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22862A0A-5E60-4960-881A-BCC83BF7FC9B}"/>
                  </a:ext>
                </a:extLst>
              </p:cNvPr>
              <p:cNvGrpSpPr/>
              <p:nvPr/>
            </p:nvGrpSpPr>
            <p:grpSpPr>
              <a:xfrm>
                <a:off x="300936" y="3900229"/>
                <a:ext cx="2122884" cy="923106"/>
                <a:chOff x="300936" y="3900229"/>
                <a:chExt cx="2122884" cy="92310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116F9893-BA18-4E5B-A45A-4D0AAFCC7C05}"/>
                    </a:ext>
                  </a:extLst>
                </p:cNvPr>
                <p:cNvSpPr/>
                <p:nvPr/>
              </p:nvSpPr>
              <p:spPr>
                <a:xfrm>
                  <a:off x="300936" y="4058437"/>
                  <a:ext cx="2122884" cy="764898"/>
                </a:xfrm>
                <a:prstGeom prst="roundRect">
                  <a:avLst>
                    <a:gd name="adj" fmla="val 7538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D349529-8952-4EB0-A07B-4FFA124916DD}"/>
                    </a:ext>
                  </a:extLst>
                </p:cNvPr>
                <p:cNvSpPr/>
                <p:nvPr/>
              </p:nvSpPr>
              <p:spPr>
                <a:xfrm>
                  <a:off x="300936" y="4277324"/>
                  <a:ext cx="1216413" cy="53225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</a:rPr>
                    <a:t>상담신청</a:t>
                  </a:r>
                </a:p>
              </p:txBody>
            </p:sp>
            <p:sp>
              <p:nvSpPr>
                <p:cNvPr id="2" name="화살표: 오각형 1">
                  <a:extLst>
                    <a:ext uri="{FF2B5EF4-FFF2-40B4-BE49-F238E27FC236}">
                      <a16:creationId xmlns:a16="http://schemas.microsoft.com/office/drawing/2014/main" id="{9B68297C-6A47-45BC-9FA4-B1ED27D2A08D}"/>
                    </a:ext>
                  </a:extLst>
                </p:cNvPr>
                <p:cNvSpPr/>
                <p:nvPr/>
              </p:nvSpPr>
              <p:spPr>
                <a:xfrm>
                  <a:off x="300936" y="3905054"/>
                  <a:ext cx="1929846" cy="324308"/>
                </a:xfrm>
                <a:prstGeom prst="homePlate">
                  <a:avLst/>
                </a:prstGeom>
                <a:solidFill>
                  <a:srgbClr val="A9C14F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36004" algn="ctr"/>
                  <a:endPara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8E02BD8-E8A7-4DCA-8E2B-07F13D48ACAE}"/>
                    </a:ext>
                  </a:extLst>
                </p:cNvPr>
                <p:cNvSpPr txBox="1"/>
                <p:nvPr/>
              </p:nvSpPr>
              <p:spPr>
                <a:xfrm>
                  <a:off x="300936" y="3900229"/>
                  <a:ext cx="800179" cy="3465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6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Step 1</a:t>
                  </a:r>
                </a:p>
              </p:txBody>
            </p:sp>
          </p:grp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6AAFE2B3-1F46-48E9-861C-62C8CBF20B75}"/>
                </a:ext>
              </a:extLst>
            </p:cNvPr>
            <p:cNvGrpSpPr/>
            <p:nvPr/>
          </p:nvGrpSpPr>
          <p:grpSpPr>
            <a:xfrm>
              <a:off x="3227054" y="2426573"/>
              <a:ext cx="1218259" cy="1218260"/>
              <a:chOff x="3231241" y="2270192"/>
              <a:chExt cx="1300346" cy="1300346"/>
            </a:xfrm>
          </p:grpSpPr>
          <p:sp>
            <p:nvSpPr>
              <p:cNvPr id="111" name="사각형: 둥근 모서리 110">
                <a:extLst>
                  <a:ext uri="{FF2B5EF4-FFF2-40B4-BE49-F238E27FC236}">
                    <a16:creationId xmlns:a16="http://schemas.microsoft.com/office/drawing/2014/main" id="{FDA5C69E-4108-43FE-8E49-3494C813CDF7}"/>
                  </a:ext>
                </a:extLst>
              </p:cNvPr>
              <p:cNvSpPr/>
              <p:nvPr/>
            </p:nvSpPr>
            <p:spPr>
              <a:xfrm rot="18900000">
                <a:off x="3295627" y="2334578"/>
                <a:ext cx="1171575" cy="1171575"/>
              </a:xfrm>
              <a:prstGeom prst="roundRect">
                <a:avLst/>
              </a:prstGeom>
              <a:solidFill>
                <a:srgbClr val="A9C14F">
                  <a:alpha val="4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03783D6F-4E62-4243-BD34-CE4136B2C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231241" y="2270192"/>
                <a:ext cx="1300346" cy="1300346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C684F8B-975D-4C7A-A524-E3CA754A38F5}"/>
                </a:ext>
              </a:extLst>
            </p:cNvPr>
            <p:cNvGrpSpPr/>
            <p:nvPr/>
          </p:nvGrpSpPr>
          <p:grpSpPr>
            <a:xfrm>
              <a:off x="2632766" y="3929620"/>
              <a:ext cx="2282134" cy="1742674"/>
              <a:chOff x="2536386" y="3900228"/>
              <a:chExt cx="2335976" cy="178379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4872837-7DC9-4D09-8FD0-90497A944693}"/>
                  </a:ext>
                </a:extLst>
              </p:cNvPr>
              <p:cNvSpPr txBox="1"/>
              <p:nvPr/>
            </p:nvSpPr>
            <p:spPr>
              <a:xfrm>
                <a:off x="2536386" y="4927930"/>
                <a:ext cx="2335976" cy="756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lvl="0">
                  <a:defRPr sz="1200"/>
                </a:lvl1pPr>
              </a:lstStyle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ㆍ상담신청서 및 동의서 작성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ㆍ상담계획 안내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6958A384-88CD-42FC-A184-B67BED180C21}"/>
                  </a:ext>
                </a:extLst>
              </p:cNvPr>
              <p:cNvGrpSpPr/>
              <p:nvPr/>
            </p:nvGrpSpPr>
            <p:grpSpPr>
              <a:xfrm>
                <a:off x="2663136" y="3900228"/>
                <a:ext cx="2122884" cy="923107"/>
                <a:chOff x="2663136" y="3900228"/>
                <a:chExt cx="2122884" cy="923107"/>
              </a:xfrm>
            </p:grpSpPr>
            <p:sp>
              <p:nvSpPr>
                <p:cNvPr id="63" name="사각형: 둥근 모서리 62">
                  <a:extLst>
                    <a:ext uri="{FF2B5EF4-FFF2-40B4-BE49-F238E27FC236}">
                      <a16:creationId xmlns:a16="http://schemas.microsoft.com/office/drawing/2014/main" id="{2F543075-8B17-453E-BD97-93D25F2ACE8C}"/>
                    </a:ext>
                  </a:extLst>
                </p:cNvPr>
                <p:cNvSpPr/>
                <p:nvPr/>
              </p:nvSpPr>
              <p:spPr>
                <a:xfrm>
                  <a:off x="2663136" y="4058437"/>
                  <a:ext cx="2122884" cy="764898"/>
                </a:xfrm>
                <a:prstGeom prst="roundRect">
                  <a:avLst>
                    <a:gd name="adj" fmla="val 7538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2564C2F4-7DA1-4B38-8B7C-90A413AFDCCB}"/>
                    </a:ext>
                  </a:extLst>
                </p:cNvPr>
                <p:cNvSpPr/>
                <p:nvPr/>
              </p:nvSpPr>
              <p:spPr>
                <a:xfrm>
                  <a:off x="2663136" y="4277324"/>
                  <a:ext cx="1216413" cy="53225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</a:rPr>
                    <a:t>접수상담</a:t>
                  </a:r>
                </a:p>
              </p:txBody>
            </p:sp>
            <p:sp>
              <p:nvSpPr>
                <p:cNvPr id="65" name="화살표: 오각형 64">
                  <a:extLst>
                    <a:ext uri="{FF2B5EF4-FFF2-40B4-BE49-F238E27FC236}">
                      <a16:creationId xmlns:a16="http://schemas.microsoft.com/office/drawing/2014/main" id="{7C8017CF-16BF-4851-A51E-4F4B2AA9002A}"/>
                    </a:ext>
                  </a:extLst>
                </p:cNvPr>
                <p:cNvSpPr/>
                <p:nvPr/>
              </p:nvSpPr>
              <p:spPr>
                <a:xfrm>
                  <a:off x="2663136" y="3905054"/>
                  <a:ext cx="1929846" cy="324308"/>
                </a:xfrm>
                <a:prstGeom prst="homePlate">
                  <a:avLst/>
                </a:prstGeom>
                <a:solidFill>
                  <a:srgbClr val="A9C14F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36004" algn="ctr"/>
                  <a:endPara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517F1A3-FD42-4B87-A0D5-31E854C00B31}"/>
                    </a:ext>
                  </a:extLst>
                </p:cNvPr>
                <p:cNvSpPr txBox="1"/>
                <p:nvPr/>
              </p:nvSpPr>
              <p:spPr>
                <a:xfrm>
                  <a:off x="2663136" y="3900228"/>
                  <a:ext cx="800179" cy="3465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6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Step 2</a:t>
                  </a:r>
                </a:p>
              </p:txBody>
            </p:sp>
          </p:grp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6EC8A0A-82F0-4839-B9CB-F6F436332073}"/>
                </a:ext>
              </a:extLst>
            </p:cNvPr>
            <p:cNvGrpSpPr/>
            <p:nvPr/>
          </p:nvGrpSpPr>
          <p:grpSpPr>
            <a:xfrm>
              <a:off x="5421735" y="2474008"/>
              <a:ext cx="1123390" cy="1123390"/>
              <a:chOff x="5496458" y="2320823"/>
              <a:chExt cx="1199084" cy="1199084"/>
            </a:xfrm>
          </p:grpSpPr>
          <p:sp>
            <p:nvSpPr>
              <p:cNvPr id="112" name="사각형: 둥근 모서리 111">
                <a:extLst>
                  <a:ext uri="{FF2B5EF4-FFF2-40B4-BE49-F238E27FC236}">
                    <a16:creationId xmlns:a16="http://schemas.microsoft.com/office/drawing/2014/main" id="{AEB580F8-AB6A-4A2B-90C9-33B33249EF0D}"/>
                  </a:ext>
                </a:extLst>
              </p:cNvPr>
              <p:cNvSpPr/>
              <p:nvPr/>
            </p:nvSpPr>
            <p:spPr>
              <a:xfrm rot="18900000">
                <a:off x="5510213" y="2334578"/>
                <a:ext cx="1171575" cy="1171575"/>
              </a:xfrm>
              <a:prstGeom prst="roundRect">
                <a:avLst/>
              </a:prstGeom>
              <a:solidFill>
                <a:srgbClr val="A9C14F">
                  <a:alpha val="6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AACC1A47-0893-40B9-8314-8C63E2FA86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496458" y="2320823"/>
                <a:ext cx="1199084" cy="1199084"/>
              </a:xfrm>
              <a:prstGeom prst="rect">
                <a:avLst/>
              </a:prstGeom>
            </p:spPr>
          </p:pic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47119CD-CB51-487A-BD2C-561AC2B95C8A}"/>
                </a:ext>
              </a:extLst>
            </p:cNvPr>
            <p:cNvGrpSpPr/>
            <p:nvPr/>
          </p:nvGrpSpPr>
          <p:grpSpPr>
            <a:xfrm>
              <a:off x="4801954" y="3929620"/>
              <a:ext cx="2227497" cy="1311789"/>
              <a:chOff x="4974785" y="3900228"/>
              <a:chExt cx="2280050" cy="1342741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2CF05C-7FD5-4859-B4F2-74C94803FCCB}"/>
                  </a:ext>
                </a:extLst>
              </p:cNvPr>
              <p:cNvSpPr txBox="1"/>
              <p:nvPr/>
            </p:nvSpPr>
            <p:spPr>
              <a:xfrm>
                <a:off x="4974785" y="4927931"/>
                <a:ext cx="2280050" cy="3150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ㆍ필요한 경우 심리검사 실시</a:t>
                </a:r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86C28C34-90E1-4C24-96DD-FC4E41FC07C3}"/>
                  </a:ext>
                </a:extLst>
              </p:cNvPr>
              <p:cNvGrpSpPr/>
              <p:nvPr/>
            </p:nvGrpSpPr>
            <p:grpSpPr>
              <a:xfrm>
                <a:off x="5101536" y="3900228"/>
                <a:ext cx="2122884" cy="923107"/>
                <a:chOff x="5101536" y="3900228"/>
                <a:chExt cx="2122884" cy="923107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E67D6031-3CB4-4120-9626-89F21BD9DC90}"/>
                    </a:ext>
                  </a:extLst>
                </p:cNvPr>
                <p:cNvSpPr/>
                <p:nvPr/>
              </p:nvSpPr>
              <p:spPr>
                <a:xfrm>
                  <a:off x="5101536" y="4058437"/>
                  <a:ext cx="2122884" cy="764898"/>
                </a:xfrm>
                <a:prstGeom prst="roundRect">
                  <a:avLst>
                    <a:gd name="adj" fmla="val 7538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925E4568-CD85-42EA-A6F3-AD57ABC65846}"/>
                    </a:ext>
                  </a:extLst>
                </p:cNvPr>
                <p:cNvSpPr/>
                <p:nvPr/>
              </p:nvSpPr>
              <p:spPr>
                <a:xfrm>
                  <a:off x="5101536" y="4277324"/>
                  <a:ext cx="1216413" cy="53225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</a:rPr>
                    <a:t>심리검사</a:t>
                  </a:r>
                </a:p>
              </p:txBody>
            </p:sp>
            <p:sp>
              <p:nvSpPr>
                <p:cNvPr id="72" name="화살표: 오각형 71">
                  <a:extLst>
                    <a:ext uri="{FF2B5EF4-FFF2-40B4-BE49-F238E27FC236}">
                      <a16:creationId xmlns:a16="http://schemas.microsoft.com/office/drawing/2014/main" id="{0F8B97FF-C879-4AFB-AD43-276AE7900C57}"/>
                    </a:ext>
                  </a:extLst>
                </p:cNvPr>
                <p:cNvSpPr/>
                <p:nvPr/>
              </p:nvSpPr>
              <p:spPr>
                <a:xfrm>
                  <a:off x="5101536" y="3905054"/>
                  <a:ext cx="1929846" cy="324308"/>
                </a:xfrm>
                <a:prstGeom prst="homePlate">
                  <a:avLst/>
                </a:prstGeom>
                <a:solidFill>
                  <a:srgbClr val="A9C14F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36004" algn="ctr"/>
                  <a:endPara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2D1D6B42-B451-47CE-9465-8F67BA9898C8}"/>
                    </a:ext>
                  </a:extLst>
                </p:cNvPr>
                <p:cNvSpPr txBox="1"/>
                <p:nvPr/>
              </p:nvSpPr>
              <p:spPr>
                <a:xfrm>
                  <a:off x="5101536" y="3900228"/>
                  <a:ext cx="800179" cy="3465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6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Step 3</a:t>
                  </a:r>
                </a:p>
              </p:txBody>
            </p: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0E8044B-4DD6-41C5-9C3C-0A869A5F75DD}"/>
                </a:ext>
              </a:extLst>
            </p:cNvPr>
            <p:cNvGrpSpPr/>
            <p:nvPr/>
          </p:nvGrpSpPr>
          <p:grpSpPr>
            <a:xfrm>
              <a:off x="7588879" y="2459328"/>
              <a:ext cx="1152749" cy="1152749"/>
              <a:chOff x="7562929" y="2305154"/>
              <a:chExt cx="1230422" cy="1230422"/>
            </a:xfrm>
          </p:grpSpPr>
          <p:sp>
            <p:nvSpPr>
              <p:cNvPr id="113" name="사각형: 둥근 모서리 112">
                <a:extLst>
                  <a:ext uri="{FF2B5EF4-FFF2-40B4-BE49-F238E27FC236}">
                    <a16:creationId xmlns:a16="http://schemas.microsoft.com/office/drawing/2014/main" id="{455E31CB-CB68-4955-B160-E1732A1CECE3}"/>
                  </a:ext>
                </a:extLst>
              </p:cNvPr>
              <p:cNvSpPr/>
              <p:nvPr/>
            </p:nvSpPr>
            <p:spPr>
              <a:xfrm rot="18900000">
                <a:off x="7592353" y="2334578"/>
                <a:ext cx="1171575" cy="1171575"/>
              </a:xfrm>
              <a:prstGeom prst="roundRect">
                <a:avLst/>
              </a:prstGeom>
              <a:solidFill>
                <a:srgbClr val="A9C14F">
                  <a:alpha val="80000"/>
                </a:srgbClr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FF4869CF-42D3-4075-9FA0-3057C6258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562929" y="2305154"/>
                <a:ext cx="1230422" cy="1230422"/>
              </a:xfrm>
              <a:prstGeom prst="rect">
                <a:avLst/>
              </a:prstGeom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349EA00-83EF-4074-A78C-5B5935F4BD00}"/>
                </a:ext>
              </a:extLst>
            </p:cNvPr>
            <p:cNvGrpSpPr/>
            <p:nvPr/>
          </p:nvGrpSpPr>
          <p:grpSpPr>
            <a:xfrm>
              <a:off x="6961838" y="3929620"/>
              <a:ext cx="2320361" cy="2604448"/>
              <a:chOff x="7375085" y="3900228"/>
              <a:chExt cx="2375104" cy="266590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04EC9A-90F3-4F38-BEFB-44437D7FCA62}"/>
                  </a:ext>
                </a:extLst>
              </p:cNvPr>
              <p:cNvSpPr txBox="1"/>
              <p:nvPr/>
            </p:nvSpPr>
            <p:spPr>
              <a:xfrm>
                <a:off x="7375085" y="4927929"/>
                <a:ext cx="2375104" cy="1638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lvl="0">
                  <a:defRPr sz="1200"/>
                </a:lvl1pPr>
              </a:lstStyle>
              <a:p>
                <a:r>
                  <a:rPr lang="ko-KR" altLang="en-US" sz="1400" dirty="0" err="1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ㆍ보통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</a:t>
                </a: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4~10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회기 진행</a:t>
                </a: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</a:t>
                </a:r>
              </a:p>
              <a:p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  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필요 시 장기상담 가능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endParaRPr lang="ko-KR" altLang="en-US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ㆍ출결 확인을 위한 절차 진행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  (</a:t>
                </a:r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상담확인증</a:t>
                </a:r>
                <a:r>
                  <a:rPr lang="en-US" altLang="ko-KR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)</a:t>
                </a:r>
              </a:p>
              <a:p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ㆍ다음 회기 상담일 예약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F1464ADE-C32C-4C9C-A358-9C1A11B9BDFF}"/>
                  </a:ext>
                </a:extLst>
              </p:cNvPr>
              <p:cNvGrpSpPr/>
              <p:nvPr/>
            </p:nvGrpSpPr>
            <p:grpSpPr>
              <a:xfrm>
                <a:off x="7501836" y="3900228"/>
                <a:ext cx="2122884" cy="923107"/>
                <a:chOff x="7501836" y="3900228"/>
                <a:chExt cx="2122884" cy="923107"/>
              </a:xfrm>
            </p:grpSpPr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5EAC6F06-EF63-4D40-B362-BA906E5FE360}"/>
                    </a:ext>
                  </a:extLst>
                </p:cNvPr>
                <p:cNvSpPr/>
                <p:nvPr/>
              </p:nvSpPr>
              <p:spPr>
                <a:xfrm>
                  <a:off x="7501836" y="4058437"/>
                  <a:ext cx="2122884" cy="764898"/>
                </a:xfrm>
                <a:prstGeom prst="roundRect">
                  <a:avLst>
                    <a:gd name="adj" fmla="val 7538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C09A1695-1CE0-4086-8C03-82BE68EB52F0}"/>
                    </a:ext>
                  </a:extLst>
                </p:cNvPr>
                <p:cNvSpPr/>
                <p:nvPr/>
              </p:nvSpPr>
              <p:spPr>
                <a:xfrm>
                  <a:off x="7501836" y="4277324"/>
                  <a:ext cx="1216413" cy="53225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</a:rPr>
                    <a:t>상담실시</a:t>
                  </a:r>
                </a:p>
              </p:txBody>
            </p:sp>
            <p:sp>
              <p:nvSpPr>
                <p:cNvPr id="79" name="화살표: 오각형 78">
                  <a:extLst>
                    <a:ext uri="{FF2B5EF4-FFF2-40B4-BE49-F238E27FC236}">
                      <a16:creationId xmlns:a16="http://schemas.microsoft.com/office/drawing/2014/main" id="{D543DAD6-0252-419A-B065-91F77E9AA7B1}"/>
                    </a:ext>
                  </a:extLst>
                </p:cNvPr>
                <p:cNvSpPr/>
                <p:nvPr/>
              </p:nvSpPr>
              <p:spPr>
                <a:xfrm>
                  <a:off x="7501836" y="3905054"/>
                  <a:ext cx="1929846" cy="324308"/>
                </a:xfrm>
                <a:prstGeom prst="homePlate">
                  <a:avLst/>
                </a:prstGeom>
                <a:solidFill>
                  <a:srgbClr val="A9C14F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36004" algn="ctr"/>
                  <a:endPara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C1CC33F-66BA-4569-BC26-FA0ED17C054C}"/>
                    </a:ext>
                  </a:extLst>
                </p:cNvPr>
                <p:cNvSpPr txBox="1"/>
                <p:nvPr/>
              </p:nvSpPr>
              <p:spPr>
                <a:xfrm>
                  <a:off x="7501836" y="3900228"/>
                  <a:ext cx="800179" cy="3465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6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Step 4</a:t>
                  </a:r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F786B3F-54D1-4BF4-82B7-E0204BC817E1}"/>
                </a:ext>
              </a:extLst>
            </p:cNvPr>
            <p:cNvGrpSpPr/>
            <p:nvPr/>
          </p:nvGrpSpPr>
          <p:grpSpPr>
            <a:xfrm>
              <a:off x="9801600" y="2486895"/>
              <a:ext cx="1097617" cy="1097618"/>
              <a:chOff x="9879722" y="2334578"/>
              <a:chExt cx="1171575" cy="1171575"/>
            </a:xfrm>
          </p:grpSpPr>
          <p:sp>
            <p:nvSpPr>
              <p:cNvPr id="114" name="사각형: 둥근 모서리 113">
                <a:extLst>
                  <a:ext uri="{FF2B5EF4-FFF2-40B4-BE49-F238E27FC236}">
                    <a16:creationId xmlns:a16="http://schemas.microsoft.com/office/drawing/2014/main" id="{D66E2670-01B9-4B11-A54E-05D5BB934321}"/>
                  </a:ext>
                </a:extLst>
              </p:cNvPr>
              <p:cNvSpPr/>
              <p:nvPr/>
            </p:nvSpPr>
            <p:spPr>
              <a:xfrm rot="18900000">
                <a:off x="9879722" y="2334578"/>
                <a:ext cx="1171575" cy="1171575"/>
              </a:xfrm>
              <a:prstGeom prst="roundRect">
                <a:avLst/>
              </a:prstGeom>
              <a:solidFill>
                <a:srgbClr val="A9C14F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algn="ctr"/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09753335-E5FC-4D3E-B0B2-1AE07A8BA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943602" y="2398458"/>
                <a:ext cx="1043814" cy="1043814"/>
              </a:xfrm>
              <a:prstGeom prst="rect">
                <a:avLst/>
              </a:prstGeom>
            </p:spPr>
          </p:pic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1EFFD7A-1500-413E-A8B5-F86DAE58B994}"/>
                </a:ext>
              </a:extLst>
            </p:cNvPr>
            <p:cNvGrpSpPr/>
            <p:nvPr/>
          </p:nvGrpSpPr>
          <p:grpSpPr>
            <a:xfrm>
              <a:off x="9185092" y="3929618"/>
              <a:ext cx="2320362" cy="2173565"/>
              <a:chOff x="9766761" y="3900216"/>
              <a:chExt cx="2375106" cy="222484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4248A33-F2A2-4261-A8AB-E4901EDD1B98}"/>
                  </a:ext>
                </a:extLst>
              </p:cNvPr>
              <p:cNvSpPr txBox="1"/>
              <p:nvPr/>
            </p:nvSpPr>
            <p:spPr>
              <a:xfrm>
                <a:off x="9766761" y="4927919"/>
                <a:ext cx="2375106" cy="1197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lvl="0">
                  <a:defRPr sz="1200"/>
                </a:lvl1pPr>
              </a:lstStyle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ㆍ학생과 합의하여 상담 종결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endParaRPr lang="ko-KR" altLang="en-US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ㆍ추수상담을 통해 </a:t>
                </a:r>
                <a:endParaRPr lang="en-US" altLang="ko-KR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  <a:p>
                <a:r>
                  <a:rPr lang="ko-KR" altLang="en-US" sz="1400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  지속적인 학생상담 지원  </a:t>
                </a:r>
              </a:p>
              <a:p>
                <a:endParaRPr lang="ko-KR" altLang="en-US" sz="14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A28334BA-EC1D-45DA-9470-20A2222A5796}"/>
                  </a:ext>
                </a:extLst>
              </p:cNvPr>
              <p:cNvGrpSpPr/>
              <p:nvPr/>
            </p:nvGrpSpPr>
            <p:grpSpPr>
              <a:xfrm>
                <a:off x="9854511" y="3900216"/>
                <a:ext cx="2190739" cy="923119"/>
                <a:chOff x="9854511" y="3900216"/>
                <a:chExt cx="2190739" cy="923119"/>
              </a:xfrm>
            </p:grpSpPr>
            <p:sp>
              <p:nvSpPr>
                <p:cNvPr id="86" name="사각형: 둥근 모서리 85">
                  <a:extLst>
                    <a:ext uri="{FF2B5EF4-FFF2-40B4-BE49-F238E27FC236}">
                      <a16:creationId xmlns:a16="http://schemas.microsoft.com/office/drawing/2014/main" id="{EB4D8C79-6B08-4338-8DFF-1FBF28590003}"/>
                    </a:ext>
                  </a:extLst>
                </p:cNvPr>
                <p:cNvSpPr/>
                <p:nvPr/>
              </p:nvSpPr>
              <p:spPr>
                <a:xfrm>
                  <a:off x="9854511" y="4058437"/>
                  <a:ext cx="2122884" cy="764898"/>
                </a:xfrm>
                <a:prstGeom prst="roundRect">
                  <a:avLst>
                    <a:gd name="adj" fmla="val 7538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lstStyle/>
                <a:p>
                  <a:pPr marL="36004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kumimoji="0" lang="en-US" b="0" i="0" u="none" strike="noStrike" kern="1200" cap="none" spc="0" normalizeH="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에스코어 드림 3 Light" panose="020B0303030302020204" pitchFamily="34" charset="-127"/>
                    <a:ea typeface="에스코어 드림 3 Light" panose="020B0303030302020204" pitchFamily="34" charset="-127"/>
                  </a:endParaRPr>
                </a:p>
              </p:txBody>
            </p:sp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958A24F0-4134-4686-A123-0C15CE8368C0}"/>
                    </a:ext>
                  </a:extLst>
                </p:cNvPr>
                <p:cNvSpPr/>
                <p:nvPr/>
              </p:nvSpPr>
              <p:spPr>
                <a:xfrm>
                  <a:off x="9854511" y="4277324"/>
                  <a:ext cx="2190739" cy="53225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>
                    <a:defRPr/>
                  </a:pPr>
                  <a:r>
                    <a:rPr lang="ko-KR" altLang="en-US" dirty="0">
                      <a:solidFill>
                        <a:srgbClr val="F36821"/>
                      </a:solidFill>
                      <a:latin typeface="+mj-ea"/>
                      <a:ea typeface="+mj-ea"/>
                    </a:rPr>
                    <a:t>상담종결 및 추수상담</a:t>
                  </a:r>
                </a:p>
              </p:txBody>
            </p:sp>
            <p:sp>
              <p:nvSpPr>
                <p:cNvPr id="91" name="화살표: 오각형 90">
                  <a:extLst>
                    <a:ext uri="{FF2B5EF4-FFF2-40B4-BE49-F238E27FC236}">
                      <a16:creationId xmlns:a16="http://schemas.microsoft.com/office/drawing/2014/main" id="{B7D71BA9-2D00-463B-9A95-D2AD63708619}"/>
                    </a:ext>
                  </a:extLst>
                </p:cNvPr>
                <p:cNvSpPr/>
                <p:nvPr/>
              </p:nvSpPr>
              <p:spPr>
                <a:xfrm>
                  <a:off x="9854511" y="3905054"/>
                  <a:ext cx="1929846" cy="324308"/>
                </a:xfrm>
                <a:prstGeom prst="homePlate">
                  <a:avLst/>
                </a:prstGeom>
                <a:solidFill>
                  <a:srgbClr val="A9C14F"/>
                </a:solidFill>
                <a:ln w="12700" cap="flat" cmpd="sng" algn="ctr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36004" algn="ctr"/>
                  <a:endPara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493366C-7E5C-4195-B3D9-4DD0A7066CFC}"/>
                    </a:ext>
                  </a:extLst>
                </p:cNvPr>
                <p:cNvSpPr txBox="1"/>
                <p:nvPr/>
              </p:nvSpPr>
              <p:spPr>
                <a:xfrm>
                  <a:off x="9854511" y="3900216"/>
                  <a:ext cx="800179" cy="3465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6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Step 5</a:t>
                  </a:r>
                </a:p>
              </p:txBody>
            </p:sp>
          </p:grpSp>
        </p:grpSp>
      </p:grpSp>
      <p:sp>
        <p:nvSpPr>
          <p:cNvPr id="61" name="사각형: 둥근 위쪽 모서리 60">
            <a:extLst>
              <a:ext uri="{FF2B5EF4-FFF2-40B4-BE49-F238E27FC236}">
                <a16:creationId xmlns:a16="http://schemas.microsoft.com/office/drawing/2014/main" id="{5E8B9FCB-562C-433D-9B4C-5E3DDAA741CD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8D2F8A-92A1-4DFE-A449-E37DE78B5CBD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 어떻게 이용 하나요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61AC318A-61A6-4364-8321-D1329B394093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979C312-F72D-4BB7-8A33-BB8EE01DD878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ko-KR" sz="3600" spc="-300" dirty="0" err="1"/>
              <a:t>Ⅴ</a:t>
            </a:r>
            <a:endParaRPr lang="en-US" sz="3600" spc="-300" dirty="0"/>
          </a:p>
        </p:txBody>
      </p:sp>
    </p:spTree>
    <p:extLst>
      <p:ext uri="{BB962C8B-B14F-4D97-AF65-F5344CB8AC3E}">
        <p14:creationId xmlns:p14="http://schemas.microsoft.com/office/powerpoint/2010/main" val="1472887527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411876" y="1327279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</a:defRPr>
            </a:lvl1pPr>
          </a:lstStyle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+mj-ea"/>
                <a:ea typeface="+mj-ea"/>
                <a:cs typeface="+mn-cs"/>
              </a:rPr>
              <a:t>2020</a:t>
            </a:r>
            <a:r>
              <a:rPr lang="ko-KR" altLang="en-US">
                <a:solidFill>
                  <a:schemeClr val="tx1"/>
                </a:solidFill>
                <a:latin typeface="+mj-ea"/>
                <a:ea typeface="+mj-ea"/>
                <a:cs typeface="+mn-cs"/>
              </a:rPr>
              <a:t>년 위</a:t>
            </a:r>
            <a:r>
              <a:rPr lang="en-US" altLang="ko-KR">
                <a:solidFill>
                  <a:schemeClr val="tx1"/>
                </a:solidFill>
                <a:latin typeface="+mj-ea"/>
                <a:ea typeface="+mj-ea"/>
                <a:cs typeface="+mn-cs"/>
              </a:rPr>
              <a:t>(Wee) </a:t>
            </a:r>
            <a:r>
              <a:rPr lang="ko-KR" altLang="en-US">
                <a:solidFill>
                  <a:schemeClr val="tx1"/>
                </a:solidFill>
                <a:latin typeface="+mj-ea"/>
                <a:ea typeface="+mj-ea"/>
                <a:cs typeface="+mn-cs"/>
              </a:rPr>
              <a:t>클래스 학생상담 현황 </a:t>
            </a:r>
            <a:endParaRPr lang="en-US" altLang="ko-KR">
              <a:solidFill>
                <a:schemeClr val="tx1"/>
              </a:solidFill>
              <a:latin typeface="+mj-ea"/>
              <a:ea typeface="+mj-ea"/>
              <a:cs typeface="+mn-cs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1246217" y="1378218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>
            <a:grpSpLocks/>
          </p:cNvGrpSpPr>
          <p:nvPr/>
        </p:nvGrpSpPr>
        <p:grpSpPr>
          <a:xfrm rot="0">
            <a:off x="1292466" y="2144581"/>
            <a:ext cx="9607068" cy="4360448"/>
            <a:chOff x="1292466" y="2144581"/>
            <a:chExt cx="9607068" cy="4360448"/>
          </a:xfrm>
        </p:grpSpPr>
        <p:sp>
          <p:nvSpPr>
            <p:cNvPr id="17" name="TextBox 16"/>
            <p:cNvSpPr txBox="1"/>
            <p:nvPr/>
          </p:nvSpPr>
          <p:spPr>
            <a:xfrm>
              <a:off x="1292466" y="2144581"/>
              <a:ext cx="14742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KoPubWorld돋움체 Medium"/>
                  <a:ea typeface="KoPubWorld돋움체 Medium"/>
                  <a:cs typeface="KoPubWorld돋움체 Medium"/>
                </a:rPr>
                <a:t>(</a:t>
              </a:r>
              <a:r>
                <a:rPr lang="ko-KR" altLang="en-US" sz="1600">
                  <a:latin typeface="KoPubWorld돋움체 Medium"/>
                  <a:ea typeface="KoPubWorld돋움체 Medium"/>
                  <a:cs typeface="KoPubWorld돋움체 Medium"/>
                </a:rPr>
                <a:t>예시</a:t>
              </a:r>
              <a:r>
                <a:rPr lang="en-US" altLang="ko-KR" sz="1600">
                  <a:latin typeface="KoPubWorld돋움체 Medium"/>
                  <a:ea typeface="KoPubWorld돋움체 Medium"/>
                  <a:cs typeface="KoPubWorld돋움체 Medium"/>
                </a:rPr>
                <a:t>)  </a:t>
              </a:r>
              <a:r>
                <a:rPr lang="ko-KR" altLang="en-US" sz="1600">
                  <a:latin typeface="KoPubWorld돋움체 Medium"/>
                  <a:ea typeface="KoPubWorld돋움체 Medium"/>
                  <a:cs typeface="KoPubWorld돋움체 Medium"/>
                </a:rPr>
                <a:t>그래프</a:t>
              </a:r>
              <a:r>
                <a:rPr lang="en-US" altLang="ko-KR" sz="1600">
                  <a:latin typeface="KoPubWorld돋움체 Medium"/>
                  <a:ea typeface="KoPubWorld돋움체 Medium"/>
                  <a:cs typeface="KoPubWorld돋움체 Medium"/>
                </a:rPr>
                <a:t> </a:t>
              </a:r>
              <a:endParaRPr lang="ko-KR" altLang="en-US" sz="1600">
                <a:latin typeface="KoPubWorld돋움체 Medium"/>
                <a:ea typeface="KoPubWorld돋움체 Medium"/>
                <a:cs typeface="KoPubWorld돋움체 Medium"/>
              </a:endParaRPr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430950" y="2533323"/>
              <a:ext cx="3330098" cy="3251257"/>
            </a:xfrm>
            <a:prstGeom prst="rect">
              <a:avLst/>
            </a:prstGeom>
          </p:spPr>
        </p:pic>
        <p:graphicFrame>
          <p:nvGraphicFramePr>
            <p:cNvPr id="51" name="차트 50"/>
            <p:cNvGraphicFramePr/>
            <p:nvPr/>
          </p:nvGraphicFramePr>
          <p:xfrm>
            <a:off x="1292466" y="2679170"/>
            <a:ext cx="9607068" cy="3825859"/>
          </p:xfrm>
          <a:graphic>
            <a:graphicData uri="http://schemas.openxmlformats.org/drawingml/2006/chart">
              <c:chart r:id="rId4"/>
            </a:graphicData>
          </a:graphic>
        </p:graphicFrame>
        <p:sp>
          <p:nvSpPr>
            <p:cNvPr id="2" name="직각 삼각형 1"/>
            <p:cNvSpPr/>
            <p:nvPr/>
          </p:nvSpPr>
          <p:spPr>
            <a:xfrm>
              <a:off x="6491766" y="3398899"/>
              <a:ext cx="260846" cy="2371193"/>
            </a:xfrm>
            <a:prstGeom prst="rt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 algn="ctr">
                <a:defRPr/>
              </a:pPr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sp>
          <p:nvSpPr>
            <p:cNvPr id="12" name="눈물 방울 11"/>
            <p:cNvSpPr/>
            <p:nvPr/>
          </p:nvSpPr>
          <p:spPr>
            <a:xfrm rot="10800000">
              <a:off x="6501002" y="2865448"/>
              <a:ext cx="471695" cy="460527"/>
            </a:xfrm>
            <a:prstGeom prst="teardrop">
              <a:avLst>
                <a:gd name="adj" fmla="val 100000"/>
              </a:avLst>
            </a:prstGeom>
            <a:solidFill>
              <a:srgbClr val="f67c1e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kumimoji="0" lang="en-US" sz="20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/>
                <a:ea typeface="에스코어 드림 3 Light"/>
                <a:cs typeface="+mn-cs"/>
              </a:endParaRPr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6531668" y="2895388"/>
              <a:ext cx="410364" cy="400648"/>
            </a:xfrm>
            <a:prstGeom prst="rect">
              <a:avLst/>
            </a:prstGeom>
          </p:spPr>
        </p:pic>
      </p:grpSp>
      <p:sp>
        <p:nvSpPr>
          <p:cNvPr id="20" name="사각형: 둥근 위쪽 모서리 19"/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anchor="ctr"/>
          <a:lstStyle/>
          <a:p>
            <a:pPr marL="36004" algn="ctr">
              <a:defRPr/>
            </a:pP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latin typeface="에스코어 드림 5 Medium"/>
              <a:ea typeface="에스코어 드림 5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우리 학교 위</a:t>
            </a:r>
            <a:r>
              <a:rPr lang="en-US" altLang="ko-KR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(Wee) </a:t>
            </a:r>
            <a:r>
              <a:rPr lang="ko-KR" altLang="en-US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클래스는</a:t>
            </a:r>
            <a:r>
              <a:rPr lang="en-US" altLang="ko-KR" b="1">
                <a:solidFill>
                  <a:schemeClr val="tx1"/>
                </a:solidFill>
                <a:latin typeface="+mj-ea"/>
                <a:ea typeface="+mj-ea"/>
                <a:cs typeface="+mn-cs"/>
              </a:rPr>
              <a:t>? </a:t>
            </a:r>
            <a:endParaRPr lang="en-US" altLang="ko-KR" b="1">
              <a:solidFill>
                <a:schemeClr val="tx1"/>
              </a:solidFill>
              <a:latin typeface="+mj-ea"/>
              <a:ea typeface="+mj-ea"/>
              <a:cs typeface="+mn-cs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/>
                <a:ea typeface="바탕체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3600" spc="-300"/>
              <a:t>Ⅵ</a:t>
            </a:r>
            <a:endParaRPr lang="en-US" sz="3600" spc="-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E58EBE4-2EB3-4B7A-8466-DD5E21CE8E48}"/>
              </a:ext>
            </a:extLst>
          </p:cNvPr>
          <p:cNvSpPr txBox="1"/>
          <p:nvPr/>
        </p:nvSpPr>
        <p:spPr>
          <a:xfrm>
            <a:off x="1103050" y="1327279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pPr algn="l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클래스  위치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05768C8-8022-4F44-B4AD-C777435AAC2A}"/>
              </a:ext>
            </a:extLst>
          </p:cNvPr>
          <p:cNvCxnSpPr>
            <a:cxnSpLocks/>
          </p:cNvCxnSpPr>
          <p:nvPr/>
        </p:nvCxnSpPr>
        <p:spPr>
          <a:xfrm>
            <a:off x="937391" y="1378218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E3397C58-0BC2-49D0-B79F-499CB973E1ED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4DD84B-AE14-4D34-AC9B-A3A94A1F8F2A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우리 학교 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5E0F46A-4567-48DE-BACA-F452FC2E7B52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1F95848-184F-43E1-8759-151A442FD6DD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Ⅵ</a:t>
            </a:r>
            <a:endParaRPr lang="en-US" sz="3600" spc="-3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EEED563-1948-4B87-9949-9454893AFAEE}"/>
              </a:ext>
            </a:extLst>
          </p:cNvPr>
          <p:cNvGrpSpPr/>
          <p:nvPr/>
        </p:nvGrpSpPr>
        <p:grpSpPr>
          <a:xfrm>
            <a:off x="5820453" y="1813914"/>
            <a:ext cx="5753100" cy="4652733"/>
            <a:chOff x="6170268" y="1696650"/>
            <a:chExt cx="5597187" cy="45266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FAD4448-1E9F-4DED-B83D-E884FA364D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760" b="4146"/>
            <a:stretch/>
          </p:blipFill>
          <p:spPr>
            <a:xfrm>
              <a:off x="8992941" y="3987960"/>
              <a:ext cx="2774514" cy="223533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8399D03-AE3D-48FE-B5A9-F9E10595A7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43" t="26987" r="2095"/>
            <a:stretch/>
          </p:blipFill>
          <p:spPr>
            <a:xfrm>
              <a:off x="6185313" y="3988299"/>
              <a:ext cx="2744422" cy="223465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D502709-81B2-4877-84EE-457A6317CF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6" t="1" r="4904" b="-1"/>
            <a:stretch/>
          </p:blipFill>
          <p:spPr>
            <a:xfrm>
              <a:off x="9007986" y="1696650"/>
              <a:ext cx="2744422" cy="223465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37C8465-F625-4E3D-A2A4-C5A0DAF986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64" t="1" b="2987"/>
            <a:stretch/>
          </p:blipFill>
          <p:spPr>
            <a:xfrm>
              <a:off x="6170268" y="1696650"/>
              <a:ext cx="2774513" cy="223465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7E5AE93-28CF-4BA8-9EF3-BF45A6BF766C}"/>
              </a:ext>
            </a:extLst>
          </p:cNvPr>
          <p:cNvSpPr txBox="1"/>
          <p:nvPr/>
        </p:nvSpPr>
        <p:spPr>
          <a:xfrm>
            <a:off x="1103050" y="1947057"/>
            <a:ext cx="2742522" cy="493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본관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층  도서관 옆 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F13EC9-C818-4958-AC79-E51F292AD167}"/>
              </a:ext>
            </a:extLst>
          </p:cNvPr>
          <p:cNvSpPr txBox="1"/>
          <p:nvPr/>
        </p:nvSpPr>
        <p:spPr>
          <a:xfrm>
            <a:off x="1103050" y="2566085"/>
            <a:ext cx="3757451" cy="4939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just">
              <a:lnSpc>
                <a:spcPct val="160000"/>
              </a:lnSpc>
              <a:spcBef>
                <a:spcPct val="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학생공감상담실 입구</a:t>
            </a:r>
            <a:endParaRPr lang="ko-KR" altLang="en-US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A03192-73AE-4A89-AB0C-E9F0EEBA9A85}"/>
              </a:ext>
            </a:extLst>
          </p:cNvPr>
          <p:cNvSpPr txBox="1"/>
          <p:nvPr/>
        </p:nvSpPr>
        <p:spPr>
          <a:xfrm>
            <a:off x="1103050" y="2944544"/>
            <a:ext cx="3757451" cy="4939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just">
              <a:lnSpc>
                <a:spcPct val="160000"/>
              </a:lnSpc>
              <a:spcBef>
                <a:spcPct val="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학생공감상담실 복도</a:t>
            </a:r>
            <a:endParaRPr lang="en-US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774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6979E775-0CEB-454F-8F5B-779B70EF8AA5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96A350-C057-49EA-861C-AEC877E40839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우리 학교 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D22BE2B-62FA-40EF-9CA1-C1AFCEEF01CA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0B1E331-BD61-4663-A70E-8AE40ABB22A3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Ⅵ</a:t>
            </a:r>
            <a:endParaRPr lang="en-US" sz="3600" spc="-3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FB5A105-2AD1-46F6-8580-F72D3A6E03F5}"/>
              </a:ext>
            </a:extLst>
          </p:cNvPr>
          <p:cNvGrpSpPr/>
          <p:nvPr/>
        </p:nvGrpSpPr>
        <p:grpSpPr>
          <a:xfrm>
            <a:off x="1884254" y="2252507"/>
            <a:ext cx="8423492" cy="4414675"/>
            <a:chOff x="1353322" y="2045044"/>
            <a:chExt cx="8423492" cy="4414675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6229D0B2-1087-4D65-A9AD-6A13FB340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3322" y="2045044"/>
              <a:ext cx="4117951" cy="392594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8D725B2C-8E1C-415E-AAD5-28A7EC6456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202" t="2202" r="5390" b="2202"/>
            <a:stretch/>
          </p:blipFill>
          <p:spPr>
            <a:xfrm>
              <a:off x="5658863" y="2045052"/>
              <a:ext cx="4117951" cy="392592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ECAB27-A709-4773-B234-52467F4300AA}"/>
                </a:ext>
              </a:extLst>
            </p:cNvPr>
            <p:cNvSpPr txBox="1"/>
            <p:nvPr/>
          </p:nvSpPr>
          <p:spPr>
            <a:xfrm>
              <a:off x="2115942" y="5986513"/>
              <a:ext cx="2592710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lnSpc>
                  <a:spcPct val="150000"/>
                </a:lnSpc>
                <a:defRPr>
                  <a:latin typeface="+mj-ea"/>
                  <a:ea typeface="+mj-ea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9pPr>
            </a:lstStyle>
            <a:p>
              <a:pPr algn="ctr"/>
              <a:r>
                <a: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개인 상담실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4210C0-136C-4CC1-9F9B-855464024B2D}"/>
                </a:ext>
              </a:extLst>
            </p:cNvPr>
            <p:cNvSpPr txBox="1"/>
            <p:nvPr/>
          </p:nvSpPr>
          <p:spPr>
            <a:xfrm rot="21599399">
              <a:off x="6421515" y="5965354"/>
              <a:ext cx="2592647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lnSpc>
                  <a:spcPct val="150000"/>
                </a:lnSpc>
                <a:defRPr>
                  <a:latin typeface="+mj-ea"/>
                  <a:ea typeface="+mj-ea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9pPr>
            </a:lstStyle>
            <a:p>
              <a:pPr algn="ctr"/>
              <a:r>
                <a: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집단상담실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3E5C14D-CD29-49E0-8C01-F68589ED1BE3}"/>
              </a:ext>
            </a:extLst>
          </p:cNvPr>
          <p:cNvSpPr txBox="1"/>
          <p:nvPr/>
        </p:nvSpPr>
        <p:spPr>
          <a:xfrm>
            <a:off x="1103050" y="1327279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클래스 내부 전경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09BC081-971B-4C24-B4EA-D5B7A74EFE86}"/>
              </a:ext>
            </a:extLst>
          </p:cNvPr>
          <p:cNvCxnSpPr>
            <a:cxnSpLocks/>
          </p:cNvCxnSpPr>
          <p:nvPr/>
        </p:nvCxnSpPr>
        <p:spPr>
          <a:xfrm>
            <a:off x="937391" y="1378218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401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4A4B138-ABF0-41FB-971A-316982A5C6DB}"/>
              </a:ext>
            </a:extLst>
          </p:cNvPr>
          <p:cNvSpPr/>
          <p:nvPr/>
        </p:nvSpPr>
        <p:spPr>
          <a:xfrm>
            <a:off x="6365697" y="1787625"/>
            <a:ext cx="4884986" cy="4679021"/>
          </a:xfrm>
          <a:prstGeom prst="roundRect">
            <a:avLst>
              <a:gd name="adj" fmla="val 5018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79E0C47-8716-4326-BFA0-092393EDC63B}"/>
              </a:ext>
            </a:extLst>
          </p:cNvPr>
          <p:cNvGrpSpPr/>
          <p:nvPr/>
        </p:nvGrpSpPr>
        <p:grpSpPr>
          <a:xfrm>
            <a:off x="6365697" y="1549768"/>
            <a:ext cx="1455254" cy="442452"/>
            <a:chOff x="6365697" y="1549768"/>
            <a:chExt cx="1455254" cy="442452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19EB8A4A-579E-4D13-A90B-20F5D26AFB93}"/>
                </a:ext>
              </a:extLst>
            </p:cNvPr>
            <p:cNvSpPr/>
            <p:nvPr/>
          </p:nvSpPr>
          <p:spPr>
            <a:xfrm>
              <a:off x="6365697" y="1549768"/>
              <a:ext cx="1455254" cy="442452"/>
            </a:xfrm>
            <a:prstGeom prst="roundRect">
              <a:avLst>
                <a:gd name="adj" fmla="val 44176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A55C811-FC11-471E-81A4-DD6A7147448E}"/>
                </a:ext>
              </a:extLst>
            </p:cNvPr>
            <p:cNvSpPr txBox="1"/>
            <p:nvPr/>
          </p:nvSpPr>
          <p:spPr>
            <a:xfrm>
              <a:off x="6418047" y="1586328"/>
              <a:ext cx="13505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pc="-70" dirty="0">
                  <a:ln w="9525"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비대면 상담</a:t>
              </a:r>
              <a:endParaRPr kumimoji="1" lang="en-US" spc="-70" dirty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0E99EAF-1DFA-43B8-8C83-83A2DA52CA15}"/>
              </a:ext>
            </a:extLst>
          </p:cNvPr>
          <p:cNvSpPr/>
          <p:nvPr/>
        </p:nvSpPr>
        <p:spPr>
          <a:xfrm>
            <a:off x="888969" y="1787625"/>
            <a:ext cx="4884986" cy="4679021"/>
          </a:xfrm>
          <a:prstGeom prst="roundRect">
            <a:avLst>
              <a:gd name="adj" fmla="val 5018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6127C62-EE83-4B9C-A8CF-473A8240AE92}"/>
              </a:ext>
            </a:extLst>
          </p:cNvPr>
          <p:cNvGrpSpPr/>
          <p:nvPr/>
        </p:nvGrpSpPr>
        <p:grpSpPr>
          <a:xfrm>
            <a:off x="888969" y="1549768"/>
            <a:ext cx="1455254" cy="442452"/>
            <a:chOff x="888969" y="1549768"/>
            <a:chExt cx="1455254" cy="442452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3FEDD53-AE52-4F39-842F-5F5D97B35686}"/>
                </a:ext>
              </a:extLst>
            </p:cNvPr>
            <p:cNvSpPr/>
            <p:nvPr/>
          </p:nvSpPr>
          <p:spPr>
            <a:xfrm>
              <a:off x="888969" y="1549768"/>
              <a:ext cx="1455254" cy="442452"/>
            </a:xfrm>
            <a:prstGeom prst="roundRect">
              <a:avLst>
                <a:gd name="adj" fmla="val 44176"/>
              </a:avLst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F59000B-D575-4BDF-98B4-264BD3A7A7FC}"/>
                </a:ext>
              </a:extLst>
            </p:cNvPr>
            <p:cNvSpPr txBox="1"/>
            <p:nvPr/>
          </p:nvSpPr>
          <p:spPr>
            <a:xfrm>
              <a:off x="941319" y="1586328"/>
              <a:ext cx="13505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pc="-70" dirty="0">
                  <a:ln w="9525"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전화 상담</a:t>
              </a:r>
              <a:endParaRPr kumimoji="1" lang="en-US" spc="-70" dirty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36" name="Picture 6" descr="Retro Telephone, Dial Phone, Vintage, Telephone">
            <a:extLst>
              <a:ext uri="{FF2B5EF4-FFF2-40B4-BE49-F238E27FC236}">
                <a16:creationId xmlns:a16="http://schemas.microsoft.com/office/drawing/2014/main" id="{80C0E848-0715-4D3D-BDB5-84F14F0B0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073" y="3895498"/>
            <a:ext cx="3008316" cy="209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730C6F34-4EA6-4EC8-98D8-BE5AC6140E73}"/>
              </a:ext>
            </a:extLst>
          </p:cNvPr>
          <p:cNvSpPr/>
          <p:nvPr/>
        </p:nvSpPr>
        <p:spPr>
          <a:xfrm>
            <a:off x="1997726" y="2361319"/>
            <a:ext cx="2452663" cy="889087"/>
          </a:xfrm>
          <a:custGeom>
            <a:avLst/>
            <a:gdLst>
              <a:gd name="connsiteX0" fmla="*/ 100590 w 2221846"/>
              <a:gd name="connsiteY0" fmla="*/ 0 h 805416"/>
              <a:gd name="connsiteX1" fmla="*/ 2121256 w 2221846"/>
              <a:gd name="connsiteY1" fmla="*/ 0 h 805416"/>
              <a:gd name="connsiteX2" fmla="*/ 2221846 w 2221846"/>
              <a:gd name="connsiteY2" fmla="*/ 100590 h 805416"/>
              <a:gd name="connsiteX3" fmla="*/ 2221846 w 2221846"/>
              <a:gd name="connsiteY3" fmla="*/ 502935 h 805416"/>
              <a:gd name="connsiteX4" fmla="*/ 2121256 w 2221846"/>
              <a:gd name="connsiteY4" fmla="*/ 603525 h 805416"/>
              <a:gd name="connsiteX5" fmla="*/ 1228019 w 2221846"/>
              <a:gd name="connsiteY5" fmla="*/ 603525 h 805416"/>
              <a:gd name="connsiteX6" fmla="*/ 1110923 w 2221846"/>
              <a:gd name="connsiteY6" fmla="*/ 805416 h 805416"/>
              <a:gd name="connsiteX7" fmla="*/ 993826 w 2221846"/>
              <a:gd name="connsiteY7" fmla="*/ 603525 h 805416"/>
              <a:gd name="connsiteX8" fmla="*/ 100590 w 2221846"/>
              <a:gd name="connsiteY8" fmla="*/ 603525 h 805416"/>
              <a:gd name="connsiteX9" fmla="*/ 0 w 2221846"/>
              <a:gd name="connsiteY9" fmla="*/ 502935 h 805416"/>
              <a:gd name="connsiteX10" fmla="*/ 0 w 2221846"/>
              <a:gd name="connsiteY10" fmla="*/ 100590 h 805416"/>
              <a:gd name="connsiteX11" fmla="*/ 100590 w 2221846"/>
              <a:gd name="connsiteY11" fmla="*/ 0 h 805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1846" h="805416">
                <a:moveTo>
                  <a:pt x="100590" y="0"/>
                </a:moveTo>
                <a:lnTo>
                  <a:pt x="2121256" y="0"/>
                </a:lnTo>
                <a:cubicBezTo>
                  <a:pt x="2176810" y="0"/>
                  <a:pt x="2221846" y="45036"/>
                  <a:pt x="2221846" y="100590"/>
                </a:cubicBezTo>
                <a:lnTo>
                  <a:pt x="2221846" y="502935"/>
                </a:lnTo>
                <a:cubicBezTo>
                  <a:pt x="2221846" y="558489"/>
                  <a:pt x="2176810" y="603525"/>
                  <a:pt x="2121256" y="603525"/>
                </a:cubicBezTo>
                <a:lnTo>
                  <a:pt x="1228019" y="603525"/>
                </a:lnTo>
                <a:lnTo>
                  <a:pt x="1110923" y="805416"/>
                </a:lnTo>
                <a:lnTo>
                  <a:pt x="993826" y="603525"/>
                </a:lnTo>
                <a:lnTo>
                  <a:pt x="100590" y="603525"/>
                </a:lnTo>
                <a:cubicBezTo>
                  <a:pt x="45036" y="603525"/>
                  <a:pt x="0" y="558489"/>
                  <a:pt x="0" y="502935"/>
                </a:cubicBezTo>
                <a:lnTo>
                  <a:pt x="0" y="100590"/>
                </a:lnTo>
                <a:cubicBezTo>
                  <a:pt x="0" y="45036"/>
                  <a:pt x="45036" y="0"/>
                  <a:pt x="100590" y="0"/>
                </a:cubicBezTo>
                <a:close/>
              </a:path>
            </a:pathLst>
          </a:cu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F1827C-2025-4828-9920-E86C9DDA0D37}"/>
              </a:ext>
            </a:extLst>
          </p:cNvPr>
          <p:cNvSpPr txBox="1"/>
          <p:nvPr/>
        </p:nvSpPr>
        <p:spPr>
          <a:xfrm>
            <a:off x="2223005" y="2548599"/>
            <a:ext cx="2002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F36821"/>
                </a:solidFill>
                <a:latin typeface="+mj-ea"/>
                <a:ea typeface="+mj-ea"/>
              </a:rPr>
              <a:t>000-777-8888</a:t>
            </a:r>
            <a:endParaRPr lang="en-US" sz="2000" dirty="0">
              <a:solidFill>
                <a:srgbClr val="F36821"/>
              </a:solidFill>
              <a:latin typeface="+mj-ea"/>
              <a:ea typeface="+mj-ea"/>
            </a:endParaRPr>
          </a:p>
        </p:txBody>
      </p:sp>
      <p:sp>
        <p:nvSpPr>
          <p:cNvPr id="32" name="사각형: 둥근 위쪽 모서리 31">
            <a:extLst>
              <a:ext uri="{FF2B5EF4-FFF2-40B4-BE49-F238E27FC236}">
                <a16:creationId xmlns:a16="http://schemas.microsoft.com/office/drawing/2014/main" id="{0E875B12-D5E7-4284-AA55-819E9123D134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F855BA-8DDD-49D8-806E-F1FD2A872653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우리 학교 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DED21DE-A232-46CD-98B4-29B54D6439EB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834D958-BA72-4C72-BA4A-852B7522F086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Ⅵ</a:t>
            </a:r>
            <a:endParaRPr lang="en-US" sz="3600" spc="-3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C7595B4-0C07-4E9A-9C12-8D97B7E515E0}"/>
              </a:ext>
            </a:extLst>
          </p:cNvPr>
          <p:cNvGrpSpPr/>
          <p:nvPr/>
        </p:nvGrpSpPr>
        <p:grpSpPr>
          <a:xfrm>
            <a:off x="7581858" y="2361319"/>
            <a:ext cx="2452664" cy="889087"/>
            <a:chOff x="7832528" y="2626574"/>
            <a:chExt cx="2452664" cy="889087"/>
          </a:xfrm>
        </p:grpSpPr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C44494C-DC61-4DD3-94B0-C7453C5D1936}"/>
                </a:ext>
              </a:extLst>
            </p:cNvPr>
            <p:cNvSpPr/>
            <p:nvPr/>
          </p:nvSpPr>
          <p:spPr>
            <a:xfrm>
              <a:off x="7832528" y="2626574"/>
              <a:ext cx="2452663" cy="889087"/>
            </a:xfrm>
            <a:custGeom>
              <a:avLst/>
              <a:gdLst>
                <a:gd name="connsiteX0" fmla="*/ 100590 w 2221846"/>
                <a:gd name="connsiteY0" fmla="*/ 0 h 805416"/>
                <a:gd name="connsiteX1" fmla="*/ 2121256 w 2221846"/>
                <a:gd name="connsiteY1" fmla="*/ 0 h 805416"/>
                <a:gd name="connsiteX2" fmla="*/ 2221846 w 2221846"/>
                <a:gd name="connsiteY2" fmla="*/ 100590 h 805416"/>
                <a:gd name="connsiteX3" fmla="*/ 2221846 w 2221846"/>
                <a:gd name="connsiteY3" fmla="*/ 502935 h 805416"/>
                <a:gd name="connsiteX4" fmla="*/ 2121256 w 2221846"/>
                <a:gd name="connsiteY4" fmla="*/ 603525 h 805416"/>
                <a:gd name="connsiteX5" fmla="*/ 1228019 w 2221846"/>
                <a:gd name="connsiteY5" fmla="*/ 603525 h 805416"/>
                <a:gd name="connsiteX6" fmla="*/ 1110923 w 2221846"/>
                <a:gd name="connsiteY6" fmla="*/ 805416 h 805416"/>
                <a:gd name="connsiteX7" fmla="*/ 993826 w 2221846"/>
                <a:gd name="connsiteY7" fmla="*/ 603525 h 805416"/>
                <a:gd name="connsiteX8" fmla="*/ 100590 w 2221846"/>
                <a:gd name="connsiteY8" fmla="*/ 603525 h 805416"/>
                <a:gd name="connsiteX9" fmla="*/ 0 w 2221846"/>
                <a:gd name="connsiteY9" fmla="*/ 502935 h 805416"/>
                <a:gd name="connsiteX10" fmla="*/ 0 w 2221846"/>
                <a:gd name="connsiteY10" fmla="*/ 100590 h 805416"/>
                <a:gd name="connsiteX11" fmla="*/ 100590 w 2221846"/>
                <a:gd name="connsiteY11" fmla="*/ 0 h 80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21846" h="805416">
                  <a:moveTo>
                    <a:pt x="100590" y="0"/>
                  </a:moveTo>
                  <a:lnTo>
                    <a:pt x="2121256" y="0"/>
                  </a:lnTo>
                  <a:cubicBezTo>
                    <a:pt x="2176810" y="0"/>
                    <a:pt x="2221846" y="45036"/>
                    <a:pt x="2221846" y="100590"/>
                  </a:cubicBezTo>
                  <a:lnTo>
                    <a:pt x="2221846" y="502935"/>
                  </a:lnTo>
                  <a:cubicBezTo>
                    <a:pt x="2221846" y="558489"/>
                    <a:pt x="2176810" y="603525"/>
                    <a:pt x="2121256" y="603525"/>
                  </a:cubicBezTo>
                  <a:lnTo>
                    <a:pt x="1228019" y="603525"/>
                  </a:lnTo>
                  <a:lnTo>
                    <a:pt x="1110923" y="805416"/>
                  </a:lnTo>
                  <a:lnTo>
                    <a:pt x="993826" y="603525"/>
                  </a:lnTo>
                  <a:lnTo>
                    <a:pt x="100590" y="603525"/>
                  </a:lnTo>
                  <a:cubicBezTo>
                    <a:pt x="45036" y="603525"/>
                    <a:pt x="0" y="558489"/>
                    <a:pt x="0" y="502935"/>
                  </a:cubicBezTo>
                  <a:lnTo>
                    <a:pt x="0" y="100590"/>
                  </a:lnTo>
                  <a:cubicBezTo>
                    <a:pt x="0" y="45036"/>
                    <a:pt x="45036" y="0"/>
                    <a:pt x="100590" y="0"/>
                  </a:cubicBezTo>
                  <a:close/>
                </a:path>
              </a:pathLst>
            </a:custGeom>
            <a:solidFill>
              <a:schemeClr val="bg1"/>
            </a:solidFill>
            <a:ln w="28575" cap="flat" cmpd="sng" algn="ctr">
              <a:gradFill>
                <a:gsLst>
                  <a:gs pos="0">
                    <a:srgbClr val="F36821"/>
                  </a:gs>
                  <a:gs pos="100000">
                    <a:srgbClr val="A9C14F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ctr"/>
              <a:endParaRPr lang="en-US" sz="2000" dirty="0">
                <a:solidFill>
                  <a:srgbClr val="F3682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9D24651-84F6-4250-B5A9-CB930C260959}"/>
                </a:ext>
              </a:extLst>
            </p:cNvPr>
            <p:cNvSpPr txBox="1"/>
            <p:nvPr/>
          </p:nvSpPr>
          <p:spPr>
            <a:xfrm>
              <a:off x="7832528" y="2813854"/>
              <a:ext cx="24526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dirty="0" err="1">
                  <a:solidFill>
                    <a:srgbClr val="F36821"/>
                  </a:solidFill>
                  <a:latin typeface="+mj-ea"/>
                  <a:ea typeface="+mj-ea"/>
                </a:rPr>
                <a:t>랜선</a:t>
              </a:r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 위</a:t>
              </a:r>
              <a:r>
                <a:rPr lang="en-US" altLang="ko-KR" sz="2000" dirty="0">
                  <a:solidFill>
                    <a:srgbClr val="F36821"/>
                  </a:solidFill>
                  <a:latin typeface="+mj-ea"/>
                  <a:ea typeface="+mj-ea"/>
                </a:rPr>
                <a:t>(Wee) </a:t>
              </a:r>
              <a:r>
                <a:rPr lang="ko-KR" altLang="en-US" sz="2000" dirty="0">
                  <a:solidFill>
                    <a:srgbClr val="F36821"/>
                  </a:solidFill>
                  <a:latin typeface="+mj-ea"/>
                  <a:ea typeface="+mj-ea"/>
                </a:rPr>
                <a:t>클래스</a:t>
              </a:r>
              <a:endParaRPr lang="en-US" sz="2000" dirty="0">
                <a:solidFill>
                  <a:srgbClr val="F3682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FEC6F606-6006-469C-BDE3-1797FA16D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196" y="3566875"/>
            <a:ext cx="4846458" cy="259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49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A1DEB066-5BB6-484D-97FB-3218328696E0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804780-5C4B-4259-A5B2-D82DEB43F18E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우리 학교 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45B27A5-F8F6-4474-8F19-EC6343ADF038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5ED6BA8-5559-4463-BCC9-990935A6E012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Ⅵ</a:t>
            </a:r>
            <a:endParaRPr lang="en-US" sz="3600" spc="-3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127899F-EACF-4E56-9F5C-AF9F4D8877F7}"/>
              </a:ext>
            </a:extLst>
          </p:cNvPr>
          <p:cNvGrpSpPr/>
          <p:nvPr/>
        </p:nvGrpSpPr>
        <p:grpSpPr>
          <a:xfrm>
            <a:off x="2105687" y="2050767"/>
            <a:ext cx="7980626" cy="4553850"/>
            <a:chOff x="1571204" y="2041436"/>
            <a:chExt cx="7980626" cy="455385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9E62022-4DCB-47DB-9898-68D111BBEDA2}"/>
                </a:ext>
              </a:extLst>
            </p:cNvPr>
            <p:cNvSpPr txBox="1"/>
            <p:nvPr/>
          </p:nvSpPr>
          <p:spPr>
            <a:xfrm>
              <a:off x="1571204" y="2041436"/>
              <a:ext cx="1130747" cy="387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165100" fontAlgn="base">
                <a:lnSpc>
                  <a:spcPct val="120000"/>
                </a:lnSpc>
              </a:pPr>
              <a:r>
                <a:rPr kumimoji="1" lang="en-US" altLang="ko-KR" sz="1600" spc="-70" dirty="0">
                  <a:ln w="9525"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(</a:t>
              </a:r>
              <a:r>
                <a:rPr kumimoji="1" lang="ko-KR" altLang="en-US" sz="1600" spc="-70" dirty="0">
                  <a:ln w="9525"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예시</a:t>
              </a:r>
              <a:r>
                <a:rPr kumimoji="1" lang="en-US" altLang="ko-KR" sz="1600" spc="-70" dirty="0">
                  <a:ln w="9525"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) </a:t>
              </a:r>
              <a:endParaRPr kumimoji="1" lang="ko-KR" altLang="en-US" sz="1600" spc="-70" dirty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pic>
          <p:nvPicPr>
            <p:cNvPr id="23" name="_x626583072">
              <a:extLst>
                <a:ext uri="{FF2B5EF4-FFF2-40B4-BE49-F238E27FC236}">
                  <a16:creationId xmlns:a16="http://schemas.microsoft.com/office/drawing/2014/main" id="{E8A8018E-9D88-4318-8CA8-93C2E2ABC4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1204" y="2466703"/>
              <a:ext cx="3937556" cy="366548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5" name="_x626565648">
              <a:extLst>
                <a:ext uri="{FF2B5EF4-FFF2-40B4-BE49-F238E27FC236}">
                  <a16:creationId xmlns:a16="http://schemas.microsoft.com/office/drawing/2014/main" id="{1B311EE1-74F8-42FC-BA20-0725196E10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5237" y="2466704"/>
              <a:ext cx="3886593" cy="366548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DC0662-B45B-4B96-AC29-B4D4CF2428F7}"/>
                </a:ext>
              </a:extLst>
            </p:cNvPr>
            <p:cNvSpPr txBox="1"/>
            <p:nvPr/>
          </p:nvSpPr>
          <p:spPr>
            <a:xfrm>
              <a:off x="2243627" y="6122080"/>
              <a:ext cx="2592710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lnSpc>
                  <a:spcPct val="150000"/>
                </a:lnSpc>
                <a:defRPr>
                  <a:latin typeface="+mj-ea"/>
                  <a:ea typeface="+mj-ea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9pPr>
            </a:lstStyle>
            <a:p>
              <a:pPr algn="ctr"/>
              <a:r>
                <a: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매체활용</a:t>
              </a:r>
              <a:r>
                <a:rPr lang="en-US" altLang="ko-K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(</a:t>
              </a:r>
              <a:r>
                <a: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미술</a:t>
              </a:r>
              <a:r>
                <a:rPr lang="en-US" altLang="ko-K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)</a:t>
              </a:r>
              <a:r>
                <a: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집단상담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B83379-730E-4935-BD2F-667FA904D0C4}"/>
                </a:ext>
              </a:extLst>
            </p:cNvPr>
            <p:cNvSpPr txBox="1"/>
            <p:nvPr/>
          </p:nvSpPr>
          <p:spPr>
            <a:xfrm rot="21599399">
              <a:off x="6312210" y="6100921"/>
              <a:ext cx="2592647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lnSpc>
                  <a:spcPct val="150000"/>
                </a:lnSpc>
                <a:defRPr>
                  <a:latin typeface="+mj-ea"/>
                  <a:ea typeface="+mj-ea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/>
                  <a:ea typeface="굴림"/>
                </a:defRPr>
              </a:lvl9pPr>
            </a:lstStyle>
            <a:p>
              <a:pPr algn="ctr"/>
              <a:r>
                <a: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심리극 집단상담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903CB1-D0B3-402A-938D-3BC365B9FED8}"/>
              </a:ext>
            </a:extLst>
          </p:cNvPr>
          <p:cNvSpPr txBox="1"/>
          <p:nvPr/>
        </p:nvSpPr>
        <p:spPr>
          <a:xfrm>
            <a:off x="1103050" y="1327279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클래스 집단 상담</a:t>
            </a:r>
            <a:endParaRPr 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A35FD74-EC6A-4352-8521-D3A76DFF2C4E}"/>
              </a:ext>
            </a:extLst>
          </p:cNvPr>
          <p:cNvCxnSpPr>
            <a:cxnSpLocks/>
          </p:cNvCxnSpPr>
          <p:nvPr/>
        </p:nvCxnSpPr>
        <p:spPr>
          <a:xfrm>
            <a:off x="937391" y="1378218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55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DE88FD5-1216-4286-8971-D0DA975AC0FB}"/>
              </a:ext>
            </a:extLst>
          </p:cNvPr>
          <p:cNvSpPr txBox="1"/>
          <p:nvPr/>
        </p:nvSpPr>
        <p:spPr>
          <a:xfrm>
            <a:off x="1103050" y="2276859"/>
            <a:ext cx="39743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36821"/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본교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에 구비되어 있는</a:t>
            </a:r>
            <a:r>
              <a:rPr lang="ko-KR" altLang="en-US" sz="2000" dirty="0">
                <a:solidFill>
                  <a:srgbClr val="F36821"/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 심리검사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KoPubWorld돋움체 Medium" panose="00000600000000000000" pitchFamily="2" charset="-127"/>
              </a:rPr>
              <a:t>안내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KoPubWorld돋움체 Medium" panose="00000600000000000000" pitchFamily="2" charset="-127"/>
            </a:endParaRPr>
          </a:p>
        </p:txBody>
      </p:sp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AB312509-9A10-4739-BAD1-6C803E164454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974039-3FD0-4345-B2CB-860447C315FA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우리 학교 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067207-310A-449F-8818-84CC008ED94E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CBFDFDC-508F-48D6-A476-B9374678C401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Ⅵ</a:t>
            </a:r>
            <a:endParaRPr lang="en-US" sz="3600" spc="-300" dirty="0"/>
          </a:p>
        </p:txBody>
      </p:sp>
      <p:pic>
        <p:nvPicPr>
          <p:cNvPr id="1026" name="Picture 2" descr="Laptop, Apple, Macbook, Computer, Browser, Research">
            <a:extLst>
              <a:ext uri="{FF2B5EF4-FFF2-40B4-BE49-F238E27FC236}">
                <a16:creationId xmlns:a16="http://schemas.microsoft.com/office/drawing/2014/main" id="{70199743-895F-462F-92BD-1F52AAA51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657" y="2805693"/>
            <a:ext cx="5285495" cy="35236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2D16870-D14E-4CF5-B702-6E121FB654FC}"/>
              </a:ext>
            </a:extLst>
          </p:cNvPr>
          <p:cNvSpPr txBox="1"/>
          <p:nvPr/>
        </p:nvSpPr>
        <p:spPr>
          <a:xfrm>
            <a:off x="1103050" y="2930134"/>
            <a:ext cx="1106517" cy="493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en-US" altLang="ko-KR" dirty="0">
                <a:latin typeface="+mj-ea"/>
                <a:ea typeface="+mj-ea"/>
                <a:cs typeface="KoPubWorld돋움체 Medium" panose="00000600000000000000" pitchFamily="2" charset="-127"/>
              </a:rPr>
              <a:t>(</a:t>
            </a:r>
            <a:r>
              <a:rPr lang="ko-KR" altLang="en-US" dirty="0">
                <a:latin typeface="+mj-ea"/>
                <a:ea typeface="+mj-ea"/>
                <a:cs typeface="KoPubWorld돋움체 Medium" panose="00000600000000000000" pitchFamily="2" charset="-127"/>
              </a:rPr>
              <a:t>예시</a:t>
            </a:r>
            <a:r>
              <a:rPr lang="en-US" altLang="ko-KR" dirty="0">
                <a:latin typeface="+mj-ea"/>
                <a:ea typeface="+mj-ea"/>
                <a:cs typeface="KoPubWorld돋움체 Medium" panose="00000600000000000000" pitchFamily="2" charset="-127"/>
              </a:rPr>
              <a:t>)</a:t>
            </a:r>
            <a:endParaRPr lang="en-US" dirty="0">
              <a:latin typeface="+mj-ea"/>
              <a:ea typeface="+mj-ea"/>
              <a:cs typeface="KoPubWorld돋움체 Medium" panose="000006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BF5509-E524-4992-A7DA-A0580F45D968}"/>
              </a:ext>
            </a:extLst>
          </p:cNvPr>
          <p:cNvSpPr txBox="1"/>
          <p:nvPr/>
        </p:nvSpPr>
        <p:spPr>
          <a:xfrm>
            <a:off x="1103050" y="3424115"/>
            <a:ext cx="3757451" cy="4939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just">
              <a:lnSpc>
                <a:spcPct val="160000"/>
              </a:lnSpc>
              <a:spcBef>
                <a:spcPct val="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인성 검사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A61A06-55DA-41BF-A19E-8A4A09AA1827}"/>
              </a:ext>
            </a:extLst>
          </p:cNvPr>
          <p:cNvSpPr txBox="1"/>
          <p:nvPr/>
        </p:nvSpPr>
        <p:spPr>
          <a:xfrm>
            <a:off x="1103050" y="3802574"/>
            <a:ext cx="3757451" cy="4939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just">
              <a:lnSpc>
                <a:spcPct val="160000"/>
              </a:lnSpc>
              <a:spcBef>
                <a:spcPct val="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성격 유형 검사</a:t>
            </a:r>
            <a:endParaRPr lang="en-US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F5DABC-3D8D-4949-9996-FD1E7EB94E79}"/>
              </a:ext>
            </a:extLst>
          </p:cNvPr>
          <p:cNvSpPr txBox="1"/>
          <p:nvPr/>
        </p:nvSpPr>
        <p:spPr>
          <a:xfrm>
            <a:off x="1103050" y="4181032"/>
            <a:ext cx="3757451" cy="4939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just">
              <a:lnSpc>
                <a:spcPct val="160000"/>
              </a:lnSpc>
              <a:spcBef>
                <a:spcPct val="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 유형 검사 등</a:t>
            </a:r>
            <a:endParaRPr lang="en-US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7BFBA8-35B1-43AC-A7C4-8F96DEF69C82}"/>
              </a:ext>
            </a:extLst>
          </p:cNvPr>
          <p:cNvSpPr txBox="1"/>
          <p:nvPr/>
        </p:nvSpPr>
        <p:spPr>
          <a:xfrm>
            <a:off x="1103050" y="1327279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pPr algn="l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심리검사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474821-5B23-4079-BACC-FBD8C8860E9C}"/>
              </a:ext>
            </a:extLst>
          </p:cNvPr>
          <p:cNvCxnSpPr>
            <a:cxnSpLocks/>
          </p:cNvCxnSpPr>
          <p:nvPr/>
        </p:nvCxnSpPr>
        <p:spPr>
          <a:xfrm>
            <a:off x="937391" y="1378218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349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B9ECB199-E313-4193-B0FF-61DA99B25F31}"/>
              </a:ext>
            </a:extLst>
          </p:cNvPr>
          <p:cNvSpPr/>
          <p:nvPr/>
        </p:nvSpPr>
        <p:spPr>
          <a:xfrm>
            <a:off x="1" y="-2"/>
            <a:ext cx="6977275" cy="6857978"/>
          </a:xfrm>
          <a:custGeom>
            <a:avLst/>
            <a:gdLst>
              <a:gd name="connsiteX0" fmla="*/ 0 w 6977275"/>
              <a:gd name="connsiteY0" fmla="*/ 0 h 6857978"/>
              <a:gd name="connsiteX1" fmla="*/ 6977275 w 6977275"/>
              <a:gd name="connsiteY1" fmla="*/ 0 h 6857978"/>
              <a:gd name="connsiteX2" fmla="*/ 5262781 w 6977275"/>
              <a:gd name="connsiteY2" fmla="*/ 6857978 h 6857978"/>
              <a:gd name="connsiteX3" fmla="*/ 0 w 6977275"/>
              <a:gd name="connsiteY3" fmla="*/ 6857978 h 685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77275" h="6857978">
                <a:moveTo>
                  <a:pt x="0" y="0"/>
                </a:moveTo>
                <a:lnTo>
                  <a:pt x="6977275" y="0"/>
                </a:lnTo>
                <a:lnTo>
                  <a:pt x="5262781" y="6857978"/>
                </a:lnTo>
                <a:lnTo>
                  <a:pt x="0" y="6857978"/>
                </a:lnTo>
                <a:close/>
              </a:path>
            </a:pathLst>
          </a:custGeom>
          <a:solidFill>
            <a:srgbClr val="A9C14F">
              <a:alpha val="41000"/>
            </a:srgb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1AB819-75B4-4D78-8E9B-A36E74B04541}"/>
              </a:ext>
            </a:extLst>
          </p:cNvPr>
          <p:cNvSpPr txBox="1"/>
          <p:nvPr/>
        </p:nvSpPr>
        <p:spPr>
          <a:xfrm>
            <a:off x="1411876" y="1829737"/>
            <a:ext cx="890603" cy="357021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latin typeface="+mj-ea"/>
                <a:ea typeface="+mj-ea"/>
              </a:defRPr>
            </a:lvl1pPr>
          </a:lstStyle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예시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5F8E58C-1BC7-49BA-9805-28436B24C4C3}"/>
              </a:ext>
            </a:extLst>
          </p:cNvPr>
          <p:cNvSpPr/>
          <p:nvPr/>
        </p:nvSpPr>
        <p:spPr>
          <a:xfrm>
            <a:off x="2130696" y="2522857"/>
            <a:ext cx="3195488" cy="464376"/>
          </a:xfrm>
          <a:prstGeom prst="roundRect">
            <a:avLst>
              <a:gd name="adj" fmla="val 44176"/>
            </a:avLst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636E18-60C2-44B4-8CCF-6870D6071DEA}"/>
              </a:ext>
            </a:extLst>
          </p:cNvPr>
          <p:cNvSpPr txBox="1"/>
          <p:nvPr/>
        </p:nvSpPr>
        <p:spPr>
          <a:xfrm>
            <a:off x="2320102" y="2570379"/>
            <a:ext cx="2816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2000" spc="-70" dirty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F36821"/>
                </a:solidFill>
                <a:latin typeface="+mj-ea"/>
                <a:ea typeface="+mj-ea"/>
              </a:rPr>
              <a:t>비대면 온라인 홍보 이벤트</a:t>
            </a:r>
            <a:endParaRPr lang="en-US" sz="2000" dirty="0">
              <a:solidFill>
                <a:srgbClr val="F3682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0A6B4E-FD42-4C15-8AB4-9B2E48DFB829}"/>
              </a:ext>
            </a:extLst>
          </p:cNvPr>
          <p:cNvSpPr/>
          <p:nvPr/>
        </p:nvSpPr>
        <p:spPr>
          <a:xfrm>
            <a:off x="6870675" y="2522857"/>
            <a:ext cx="3195488" cy="464376"/>
          </a:xfrm>
          <a:prstGeom prst="roundRect">
            <a:avLst>
              <a:gd name="adj" fmla="val 44176"/>
            </a:avLst>
          </a:prstGeom>
          <a:solidFill>
            <a:schemeClr val="bg1"/>
          </a:solidFill>
          <a:ln w="28575" cap="flat" cmpd="sng" algn="ctr"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214C4C-71E4-4D75-82A7-712F6BC10910}"/>
              </a:ext>
            </a:extLst>
          </p:cNvPr>
          <p:cNvSpPr txBox="1"/>
          <p:nvPr/>
        </p:nvSpPr>
        <p:spPr>
          <a:xfrm>
            <a:off x="7060081" y="2570379"/>
            <a:ext cx="2816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2000" spc="-70" dirty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F36821"/>
                </a:solidFill>
                <a:latin typeface="+mj-ea"/>
                <a:ea typeface="+mj-ea"/>
              </a:rPr>
              <a:t>등교기간 홍보 이벤트</a:t>
            </a:r>
            <a:endParaRPr kumimoji="1" lang="en-US" sz="2000" spc="-70" dirty="0">
              <a:ln w="9525">
                <a:solidFill>
                  <a:srgbClr val="4472C4">
                    <a:alpha val="0"/>
                  </a:srgbClr>
                </a:solidFill>
              </a:ln>
              <a:solidFill>
                <a:srgbClr val="F36821"/>
              </a:soli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85D11DC-F7CB-41B4-B49B-B349BCD74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289" y="3570177"/>
            <a:ext cx="3941641" cy="30952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40A115E-014E-4BE5-BD35-A3B49B28F0EF}"/>
              </a:ext>
            </a:extLst>
          </p:cNvPr>
          <p:cNvSpPr txBox="1"/>
          <p:nvPr/>
        </p:nvSpPr>
        <p:spPr>
          <a:xfrm>
            <a:off x="1411876" y="1327279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홍보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32A2825-1C9A-4893-92BC-622374810187}"/>
              </a:ext>
            </a:extLst>
          </p:cNvPr>
          <p:cNvCxnSpPr>
            <a:cxnSpLocks/>
          </p:cNvCxnSpPr>
          <p:nvPr/>
        </p:nvCxnSpPr>
        <p:spPr>
          <a:xfrm>
            <a:off x="1246217" y="1378218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C0E7BD1B-168F-4C49-976B-9FC95E907A49}"/>
              </a:ext>
            </a:extLst>
          </p:cNvPr>
          <p:cNvSpPr/>
          <p:nvPr/>
        </p:nvSpPr>
        <p:spPr>
          <a:xfrm>
            <a:off x="6462665" y="1557409"/>
            <a:ext cx="1245215" cy="496741"/>
          </a:xfrm>
          <a:custGeom>
            <a:avLst/>
            <a:gdLst>
              <a:gd name="connsiteX0" fmla="*/ 124186 w 1245215"/>
              <a:gd name="connsiteY0" fmla="*/ 0 h 496741"/>
              <a:gd name="connsiteX1" fmla="*/ 996845 w 1245215"/>
              <a:gd name="connsiteY1" fmla="*/ 0 h 496741"/>
              <a:gd name="connsiteX2" fmla="*/ 1245215 w 1245215"/>
              <a:gd name="connsiteY2" fmla="*/ 248371 h 496741"/>
              <a:gd name="connsiteX3" fmla="*/ 996845 w 1245215"/>
              <a:gd name="connsiteY3" fmla="*/ 496741 h 496741"/>
              <a:gd name="connsiteX4" fmla="*/ 0 w 1245215"/>
              <a:gd name="connsiteY4" fmla="*/ 496741 h 49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215" h="496741">
                <a:moveTo>
                  <a:pt x="124186" y="0"/>
                </a:moveTo>
                <a:lnTo>
                  <a:pt x="996845" y="0"/>
                </a:lnTo>
                <a:lnTo>
                  <a:pt x="1245215" y="248371"/>
                </a:lnTo>
                <a:lnTo>
                  <a:pt x="996845" y="496741"/>
                </a:lnTo>
                <a:lnTo>
                  <a:pt x="0" y="496741"/>
                </a:lnTo>
                <a:close/>
              </a:path>
            </a:pathLst>
          </a:custGeom>
          <a:solidFill>
            <a:srgbClr val="A9C14F">
              <a:alpha val="41000"/>
            </a:srgb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249790-8E4F-46BE-A91B-32454278248F}"/>
              </a:ext>
            </a:extLst>
          </p:cNvPr>
          <p:cNvSpPr txBox="1"/>
          <p:nvPr/>
        </p:nvSpPr>
        <p:spPr>
          <a:xfrm>
            <a:off x="6438547" y="1385471"/>
            <a:ext cx="921727" cy="71404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pPr algn="r"/>
            <a:r>
              <a:rPr lang="en-US" sz="3200" dirty="0">
                <a:solidFill>
                  <a:schemeClr val="bg1"/>
                </a:solidFill>
                <a:latin typeface="+mj-ea"/>
                <a:ea typeface="+mj-ea"/>
              </a:rPr>
              <a:t>OFF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3" name="화살표: 오각형 42">
            <a:extLst>
              <a:ext uri="{FF2B5EF4-FFF2-40B4-BE49-F238E27FC236}">
                <a16:creationId xmlns:a16="http://schemas.microsoft.com/office/drawing/2014/main" id="{ED0F8DDE-A49C-43DC-B8A3-E882EB52A87E}"/>
              </a:ext>
            </a:extLst>
          </p:cNvPr>
          <p:cNvSpPr/>
          <p:nvPr/>
        </p:nvSpPr>
        <p:spPr>
          <a:xfrm flipH="1">
            <a:off x="5136778" y="1061202"/>
            <a:ext cx="1583950" cy="496741"/>
          </a:xfrm>
          <a:prstGeom prst="homePlate">
            <a:avLst/>
          </a:prstGeom>
          <a:solidFill>
            <a:schemeClr val="bg1"/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ED0AF7-A58C-44E4-9A9F-1DC115A60CB3}"/>
              </a:ext>
            </a:extLst>
          </p:cNvPr>
          <p:cNvSpPr txBox="1"/>
          <p:nvPr/>
        </p:nvSpPr>
        <p:spPr>
          <a:xfrm>
            <a:off x="5637214" y="876062"/>
            <a:ext cx="921727" cy="71404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r>
              <a:rPr lang="en-US" sz="3200" dirty="0">
                <a:solidFill>
                  <a:srgbClr val="A9C14F">
                    <a:alpha val="50000"/>
                  </a:srgbClr>
                </a:solidFill>
                <a:latin typeface="+mj-ea"/>
                <a:ea typeface="+mj-ea"/>
              </a:rPr>
              <a:t>ON</a:t>
            </a:r>
            <a:endParaRPr lang="en-US" sz="3200" dirty="0">
              <a:solidFill>
                <a:srgbClr val="A9C14F">
                  <a:alpha val="50000"/>
                </a:srgbClr>
              </a:solidFill>
            </a:endParaRP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ECC13C51-DE53-4FE5-B534-910F3333A8BE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B1F82B-8815-4AFF-B379-291657BE2EBA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우리 학교 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4A129DB-73E5-43B8-A15A-67EBEE9FEBCE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5AD393-9E6A-43BB-9162-B27FD1ABF58D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Ⅵ</a:t>
            </a:r>
            <a:endParaRPr lang="en-US" sz="3600" spc="-3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F2A606E-9D01-47E7-BB94-2594E079A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916" y="3433928"/>
            <a:ext cx="3247007" cy="30952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33609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515AA818-CD24-46B4-9B99-1A14F65BA9DA}"/>
              </a:ext>
            </a:extLst>
          </p:cNvPr>
          <p:cNvSpPr/>
          <p:nvPr/>
        </p:nvSpPr>
        <p:spPr>
          <a:xfrm>
            <a:off x="2971586" y="2688229"/>
            <a:ext cx="2402646" cy="421002"/>
          </a:xfrm>
          <a:custGeom>
            <a:avLst/>
            <a:gdLst>
              <a:gd name="connsiteX0" fmla="*/ 0 w 2988066"/>
              <a:gd name="connsiteY0" fmla="*/ 0 h 421002"/>
              <a:gd name="connsiteX1" fmla="*/ 2988066 w 2988066"/>
              <a:gd name="connsiteY1" fmla="*/ 0 h 421002"/>
              <a:gd name="connsiteX2" fmla="*/ 2625132 w 2988066"/>
              <a:gd name="connsiteY2" fmla="*/ 210501 h 421002"/>
              <a:gd name="connsiteX3" fmla="*/ 2988066 w 2988066"/>
              <a:gd name="connsiteY3" fmla="*/ 421002 h 421002"/>
              <a:gd name="connsiteX4" fmla="*/ 0 w 2988066"/>
              <a:gd name="connsiteY4" fmla="*/ 421002 h 421002"/>
              <a:gd name="connsiteX5" fmla="*/ 362934 w 2988066"/>
              <a:gd name="connsiteY5" fmla="*/ 210501 h 42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8066" h="421002">
                <a:moveTo>
                  <a:pt x="0" y="0"/>
                </a:moveTo>
                <a:lnTo>
                  <a:pt x="2988066" y="0"/>
                </a:lnTo>
                <a:lnTo>
                  <a:pt x="2625132" y="210501"/>
                </a:lnTo>
                <a:lnTo>
                  <a:pt x="2988066" y="421002"/>
                </a:lnTo>
                <a:lnTo>
                  <a:pt x="0" y="421002"/>
                </a:lnTo>
                <a:lnTo>
                  <a:pt x="362934" y="210501"/>
                </a:lnTo>
                <a:close/>
              </a:path>
            </a:pathLst>
          </a:custGeom>
          <a:gradFill flip="none" rotWithShape="1">
            <a:gsLst>
              <a:gs pos="0">
                <a:srgbClr val="F36821"/>
              </a:gs>
              <a:gs pos="100000">
                <a:srgbClr val="A9C14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5" name="_x626565288">
            <a:extLst>
              <a:ext uri="{FF2B5EF4-FFF2-40B4-BE49-F238E27FC236}">
                <a16:creationId xmlns:a16="http://schemas.microsoft.com/office/drawing/2014/main" id="{C9CAB44C-0C18-4F44-B317-504566BF26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9"/>
          <a:stretch/>
        </p:blipFill>
        <p:spPr bwMode="auto">
          <a:xfrm rot="21589410">
            <a:off x="2488031" y="3284811"/>
            <a:ext cx="3369757" cy="31369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D05DF02-F37D-40E9-BD81-4B4BE6C38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7632">
            <a:off x="5330726" y="253036"/>
            <a:ext cx="6497249" cy="187273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BED6261-74DE-424E-808F-3DADBDC0D5CD}"/>
              </a:ext>
            </a:extLst>
          </p:cNvPr>
          <p:cNvSpPr txBox="1"/>
          <p:nvPr/>
        </p:nvSpPr>
        <p:spPr>
          <a:xfrm>
            <a:off x="1323221" y="1914045"/>
            <a:ext cx="2402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예시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친구사랑주간 행사</a:t>
            </a:r>
            <a:endParaRPr 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FD74CE-EE82-4721-93E2-1F0C3FCC4BFA}"/>
              </a:ext>
            </a:extLst>
          </p:cNvPr>
          <p:cNvSpPr txBox="1"/>
          <p:nvPr/>
        </p:nvSpPr>
        <p:spPr>
          <a:xfrm>
            <a:off x="3037433" y="2729453"/>
            <a:ext cx="2270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친구사랑주간 행사</a:t>
            </a:r>
            <a:endParaRPr 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EA8CC0-518B-4D9E-94ED-B2363E6535F1}"/>
              </a:ext>
            </a:extLst>
          </p:cNvPr>
          <p:cNvSpPr txBox="1"/>
          <p:nvPr/>
        </p:nvSpPr>
        <p:spPr>
          <a:xfrm>
            <a:off x="1411876" y="1327279"/>
            <a:ext cx="4059397" cy="401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>
            <a:defPPr>
              <a:defRPr lang="ko-KR"/>
            </a:defPPr>
            <a:lvl1pPr indent="0" algn="just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행사</a:t>
            </a:r>
            <a:endParaRPr 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0E9E7B3-DA6B-4DE4-BB26-6DF67A70792D}"/>
              </a:ext>
            </a:extLst>
          </p:cNvPr>
          <p:cNvCxnSpPr>
            <a:cxnSpLocks/>
          </p:cNvCxnSpPr>
          <p:nvPr/>
        </p:nvCxnSpPr>
        <p:spPr>
          <a:xfrm>
            <a:off x="1246217" y="1378218"/>
            <a:ext cx="0" cy="318432"/>
          </a:xfrm>
          <a:prstGeom prst="line">
            <a:avLst/>
          </a:prstGeom>
          <a:ln w="63500">
            <a:solidFill>
              <a:srgbClr val="F67E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7DAFDFCC-E3B7-42D3-A52F-FC8F63B145A8}"/>
              </a:ext>
            </a:extLst>
          </p:cNvPr>
          <p:cNvGrpSpPr/>
          <p:nvPr/>
        </p:nvGrpSpPr>
        <p:grpSpPr>
          <a:xfrm>
            <a:off x="6817768" y="2688229"/>
            <a:ext cx="2402646" cy="421002"/>
            <a:chOff x="6811651" y="2688229"/>
            <a:chExt cx="2402646" cy="421002"/>
          </a:xfrm>
        </p:grpSpPr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92C11E2B-16C5-4C7D-B9AC-9007C3BD548C}"/>
                </a:ext>
              </a:extLst>
            </p:cNvPr>
            <p:cNvSpPr/>
            <p:nvPr/>
          </p:nvSpPr>
          <p:spPr>
            <a:xfrm>
              <a:off x="6811651" y="2688229"/>
              <a:ext cx="2402646" cy="421002"/>
            </a:xfrm>
            <a:custGeom>
              <a:avLst/>
              <a:gdLst>
                <a:gd name="connsiteX0" fmla="*/ 0 w 2988066"/>
                <a:gd name="connsiteY0" fmla="*/ 0 h 421002"/>
                <a:gd name="connsiteX1" fmla="*/ 2988066 w 2988066"/>
                <a:gd name="connsiteY1" fmla="*/ 0 h 421002"/>
                <a:gd name="connsiteX2" fmla="*/ 2625132 w 2988066"/>
                <a:gd name="connsiteY2" fmla="*/ 210501 h 421002"/>
                <a:gd name="connsiteX3" fmla="*/ 2988066 w 2988066"/>
                <a:gd name="connsiteY3" fmla="*/ 421002 h 421002"/>
                <a:gd name="connsiteX4" fmla="*/ 0 w 2988066"/>
                <a:gd name="connsiteY4" fmla="*/ 421002 h 421002"/>
                <a:gd name="connsiteX5" fmla="*/ 362934 w 2988066"/>
                <a:gd name="connsiteY5" fmla="*/ 210501 h 42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8066" h="421002">
                  <a:moveTo>
                    <a:pt x="0" y="0"/>
                  </a:moveTo>
                  <a:lnTo>
                    <a:pt x="2988066" y="0"/>
                  </a:lnTo>
                  <a:lnTo>
                    <a:pt x="2625132" y="210501"/>
                  </a:lnTo>
                  <a:lnTo>
                    <a:pt x="2988066" y="421002"/>
                  </a:lnTo>
                  <a:lnTo>
                    <a:pt x="0" y="421002"/>
                  </a:lnTo>
                  <a:lnTo>
                    <a:pt x="362934" y="21050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FEAC4C-CC00-45A0-99FE-D36817C7D633}"/>
                </a:ext>
              </a:extLst>
            </p:cNvPr>
            <p:cNvSpPr txBox="1"/>
            <p:nvPr/>
          </p:nvSpPr>
          <p:spPr>
            <a:xfrm>
              <a:off x="6877498" y="2729453"/>
              <a:ext cx="22709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solidFill>
                    <a:schemeClr val="bg1"/>
                  </a:solidFill>
                  <a:latin typeface="+mj-ea"/>
                  <a:ea typeface="+mj-ea"/>
                </a:rPr>
                <a:t>애플데이</a:t>
              </a:r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 행사</a:t>
              </a:r>
              <a:endParaRPr 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71E9D8A6-6518-4EF5-9BBF-545DE5ACD285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2166E4-AF34-4949-A622-46EDAE81628C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우리 학교 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클래스는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E6EBD88-B619-42D6-8EE7-BAF680F72CC0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72AB39D-5FF3-418D-B19E-A4575B4CF512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Ⅵ</a:t>
            </a:r>
            <a:endParaRPr lang="en-US" sz="3600" spc="-3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A4843A-FF7F-4E49-AAC5-7B646D7C5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389" y="3279628"/>
            <a:ext cx="3379404" cy="31269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44661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8C1A5CC2-5937-4383-8618-2BA6DBE71D83}"/>
              </a:ext>
            </a:extLst>
          </p:cNvPr>
          <p:cNvSpPr/>
          <p:nvPr/>
        </p:nvSpPr>
        <p:spPr>
          <a:xfrm>
            <a:off x="916227" y="1008458"/>
            <a:ext cx="10447776" cy="5632906"/>
          </a:xfrm>
          <a:prstGeom prst="roundRect">
            <a:avLst>
              <a:gd name="adj" fmla="val 5018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0" name="사각형: 둥근 위쪽 모서리 119">
            <a:extLst>
              <a:ext uri="{FF2B5EF4-FFF2-40B4-BE49-F238E27FC236}">
                <a16:creationId xmlns:a16="http://schemas.microsoft.com/office/drawing/2014/main" id="{CD63E07F-D580-493B-8DC7-86A00300728D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FC72C6B-9F88-422E-B518-7D7ECB7D3D63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클래스에서도 힘든 학생들은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D1B82C5E-C207-49D3-88E3-A1BEC0093B93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6708A98-E972-4856-8E34-037EAE84399C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ko-KR" sz="3600" spc="-300" dirty="0" err="1"/>
              <a:t>Ⅶ</a:t>
            </a:r>
            <a:endParaRPr lang="en-US" sz="3600" spc="-300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C01C8658-ABE1-496F-848E-45574D15EE79}"/>
              </a:ext>
            </a:extLst>
          </p:cNvPr>
          <p:cNvSpPr/>
          <p:nvPr/>
        </p:nvSpPr>
        <p:spPr>
          <a:xfrm>
            <a:off x="3407562" y="1253086"/>
            <a:ext cx="5564547" cy="38316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1A3B1C09-8B25-4780-A7AD-F5621C52E922}"/>
              </a:ext>
            </a:extLst>
          </p:cNvPr>
          <p:cNvGrpSpPr/>
          <p:nvPr/>
        </p:nvGrpSpPr>
        <p:grpSpPr>
          <a:xfrm>
            <a:off x="5588316" y="5542973"/>
            <a:ext cx="1181079" cy="1100423"/>
            <a:chOff x="5333595" y="5232853"/>
            <a:chExt cx="1251471" cy="1166007"/>
          </a:xfrm>
        </p:grpSpPr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8933BEF6-CB05-40F7-8F27-C17B5D870118}"/>
                </a:ext>
              </a:extLst>
            </p:cNvPr>
            <p:cNvSpPr/>
            <p:nvPr/>
          </p:nvSpPr>
          <p:spPr>
            <a:xfrm>
              <a:off x="5376327" y="5232853"/>
              <a:ext cx="1166007" cy="1166007"/>
            </a:xfrm>
            <a:prstGeom prst="ellips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C4ECA3E6-C787-4186-85A1-9C6CC6EC82A0}"/>
                </a:ext>
              </a:extLst>
            </p:cNvPr>
            <p:cNvSpPr txBox="1"/>
            <p:nvPr/>
          </p:nvSpPr>
          <p:spPr>
            <a:xfrm>
              <a:off x="5333595" y="5554246"/>
              <a:ext cx="1251471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400" dirty="0"/>
                <a:t>아동보호</a:t>
              </a:r>
              <a:endParaRPr lang="en-US" altLang="ko-KR" sz="1400" dirty="0"/>
            </a:p>
            <a:p>
              <a:pPr lvl="1"/>
              <a:r>
                <a:rPr lang="ko-KR" altLang="en-US" sz="1400" dirty="0"/>
                <a:t>전문기관</a:t>
              </a:r>
              <a:endParaRPr lang="en-US" altLang="ko-KR" sz="140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F5CDF80-BE03-4A52-9637-CC5F7166F000}"/>
              </a:ext>
            </a:extLst>
          </p:cNvPr>
          <p:cNvGrpSpPr/>
          <p:nvPr/>
        </p:nvGrpSpPr>
        <p:grpSpPr>
          <a:xfrm>
            <a:off x="4269530" y="5343477"/>
            <a:ext cx="1181079" cy="1100423"/>
            <a:chOff x="10687221" y="3470684"/>
            <a:chExt cx="1251471" cy="1166007"/>
          </a:xfrm>
        </p:grpSpPr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7D09D017-18DE-42A9-A28E-8BAED7A74F9C}"/>
                </a:ext>
              </a:extLst>
            </p:cNvPr>
            <p:cNvSpPr/>
            <p:nvPr/>
          </p:nvSpPr>
          <p:spPr>
            <a:xfrm>
              <a:off x="10729953" y="3470684"/>
              <a:ext cx="1166007" cy="1166007"/>
            </a:xfrm>
            <a:prstGeom prst="ellips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5627BD5-9D8E-44F0-B3EF-1021BFFC0621}"/>
                </a:ext>
              </a:extLst>
            </p:cNvPr>
            <p:cNvSpPr txBox="1"/>
            <p:nvPr/>
          </p:nvSpPr>
          <p:spPr>
            <a:xfrm>
              <a:off x="10687221" y="3842039"/>
              <a:ext cx="1251471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400" dirty="0"/>
                <a:t>해바라기</a:t>
              </a:r>
              <a:endParaRPr lang="en-US" altLang="ko-KR" sz="1400" dirty="0"/>
            </a:p>
            <a:p>
              <a:pPr lvl="1"/>
              <a:r>
                <a:rPr lang="ko-KR" altLang="en-US" sz="1400" dirty="0"/>
                <a:t>센터</a:t>
              </a:r>
              <a:endParaRPr lang="en-US" altLang="ko-KR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7371E6C-B33D-434D-8EDB-F25EC6C2E782}"/>
              </a:ext>
            </a:extLst>
          </p:cNvPr>
          <p:cNvGrpSpPr/>
          <p:nvPr/>
        </p:nvGrpSpPr>
        <p:grpSpPr>
          <a:xfrm>
            <a:off x="6907103" y="5343477"/>
            <a:ext cx="1181079" cy="1100423"/>
            <a:chOff x="9099721" y="5501511"/>
            <a:chExt cx="1251471" cy="1166007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3CA3695C-BF9D-45ED-812C-A5C7523E8699}"/>
                </a:ext>
              </a:extLst>
            </p:cNvPr>
            <p:cNvSpPr/>
            <p:nvPr/>
          </p:nvSpPr>
          <p:spPr>
            <a:xfrm>
              <a:off x="9142453" y="5501511"/>
              <a:ext cx="1166007" cy="1166007"/>
            </a:xfrm>
            <a:prstGeom prst="ellips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6CA7F44B-F381-47FA-A0DD-119DD9778636}"/>
                </a:ext>
              </a:extLst>
            </p:cNvPr>
            <p:cNvSpPr txBox="1"/>
            <p:nvPr/>
          </p:nvSpPr>
          <p:spPr>
            <a:xfrm>
              <a:off x="9099721" y="5872866"/>
              <a:ext cx="1251471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400" dirty="0" err="1"/>
                <a:t>스마트쉼</a:t>
              </a:r>
              <a:endParaRPr lang="en-US" altLang="ko-KR" sz="1400" dirty="0"/>
            </a:p>
            <a:p>
              <a:pPr lvl="1"/>
              <a:r>
                <a:rPr lang="ko-KR" altLang="en-US" sz="1400" dirty="0"/>
                <a:t>센터</a:t>
              </a:r>
              <a:endParaRPr lang="en-US" altLang="ko-KR" sz="140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F4B45DA-7C4C-4E16-A59F-3A3F32911AEB}"/>
              </a:ext>
            </a:extLst>
          </p:cNvPr>
          <p:cNvGrpSpPr/>
          <p:nvPr/>
        </p:nvGrpSpPr>
        <p:grpSpPr>
          <a:xfrm>
            <a:off x="2183304" y="3790887"/>
            <a:ext cx="1100422" cy="1100423"/>
            <a:chOff x="9155154" y="1125042"/>
            <a:chExt cx="1166007" cy="1166007"/>
          </a:xfrm>
        </p:grpSpPr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926789D8-4320-4AB1-A9DF-543E9E4C3ADD}"/>
                </a:ext>
              </a:extLst>
            </p:cNvPr>
            <p:cNvSpPr/>
            <p:nvPr/>
          </p:nvSpPr>
          <p:spPr>
            <a:xfrm>
              <a:off x="9155154" y="1125042"/>
              <a:ext cx="1166007" cy="1166007"/>
            </a:xfrm>
            <a:prstGeom prst="ellips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22485F4-D1A3-4F4F-8047-A34AFC87ACDA}"/>
                </a:ext>
              </a:extLst>
            </p:cNvPr>
            <p:cNvSpPr txBox="1"/>
            <p:nvPr/>
          </p:nvSpPr>
          <p:spPr>
            <a:xfrm>
              <a:off x="9263104" y="1358698"/>
              <a:ext cx="950106" cy="738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400" dirty="0"/>
                <a:t>청소년</a:t>
              </a:r>
              <a:endParaRPr lang="en-US" altLang="ko-KR" sz="1400" dirty="0"/>
            </a:p>
            <a:p>
              <a:pPr lvl="1"/>
              <a:r>
                <a:rPr lang="ko-KR" altLang="en-US" sz="1400" dirty="0"/>
                <a:t>상담복지센터</a:t>
              </a:r>
              <a:endParaRPr lang="en-US" altLang="ko-KR" sz="1400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2742BBE-AAFF-4554-969C-414714974974}"/>
              </a:ext>
            </a:extLst>
          </p:cNvPr>
          <p:cNvGrpSpPr/>
          <p:nvPr/>
        </p:nvGrpSpPr>
        <p:grpSpPr>
          <a:xfrm>
            <a:off x="9073988" y="3790887"/>
            <a:ext cx="1100422" cy="1100423"/>
            <a:chOff x="2410392" y="4605507"/>
            <a:chExt cx="1166007" cy="1166007"/>
          </a:xfrm>
        </p:grpSpPr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807568EA-6CEC-41A7-A1F3-30DCA3A27133}"/>
                </a:ext>
              </a:extLst>
            </p:cNvPr>
            <p:cNvSpPr/>
            <p:nvPr/>
          </p:nvSpPr>
          <p:spPr>
            <a:xfrm>
              <a:off x="2410392" y="4605507"/>
              <a:ext cx="1166007" cy="1166007"/>
            </a:xfrm>
            <a:prstGeom prst="ellips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FB0C4CB-3782-4770-B6C7-CE71F2D86DB5}"/>
                </a:ext>
              </a:extLst>
            </p:cNvPr>
            <p:cNvSpPr txBox="1"/>
            <p:nvPr/>
          </p:nvSpPr>
          <p:spPr>
            <a:xfrm>
              <a:off x="2518342" y="4976862"/>
              <a:ext cx="95010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400" dirty="0"/>
                <a:t>자살예방</a:t>
              </a:r>
              <a:endParaRPr lang="en-US" altLang="ko-KR" sz="1400" dirty="0"/>
            </a:p>
            <a:p>
              <a:pPr lvl="1"/>
              <a:r>
                <a:rPr lang="ko-KR" altLang="en-US" sz="1400" dirty="0"/>
                <a:t>센터</a:t>
              </a:r>
              <a:endParaRPr lang="en-US" altLang="ko-KR" sz="1400" dirty="0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830C59AC-6C75-493E-99BC-E6D9C6FDC089}"/>
              </a:ext>
            </a:extLst>
          </p:cNvPr>
          <p:cNvGrpSpPr/>
          <p:nvPr/>
        </p:nvGrpSpPr>
        <p:grpSpPr>
          <a:xfrm>
            <a:off x="3046624" y="4795254"/>
            <a:ext cx="1181079" cy="1100423"/>
            <a:chOff x="2672566" y="4841766"/>
            <a:chExt cx="1251471" cy="1166007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B776C415-DE34-4833-B325-44614BDBF3E7}"/>
                </a:ext>
              </a:extLst>
            </p:cNvPr>
            <p:cNvSpPr/>
            <p:nvPr/>
          </p:nvSpPr>
          <p:spPr>
            <a:xfrm>
              <a:off x="2715298" y="4841766"/>
              <a:ext cx="1166007" cy="1166007"/>
            </a:xfrm>
            <a:prstGeom prst="ellips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6B907FBE-2CA7-4D4E-A344-80523FC9013D}"/>
                </a:ext>
              </a:extLst>
            </p:cNvPr>
            <p:cNvSpPr txBox="1"/>
            <p:nvPr/>
          </p:nvSpPr>
          <p:spPr>
            <a:xfrm>
              <a:off x="2672566" y="5162526"/>
              <a:ext cx="1251471" cy="738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400" dirty="0" err="1"/>
                <a:t>학교밖</a:t>
              </a:r>
              <a:r>
                <a:rPr lang="ko-KR" altLang="en-US" sz="1400" dirty="0"/>
                <a:t> 청소년 지원센터 </a:t>
              </a:r>
              <a:endParaRPr lang="en-US" altLang="ko-KR" sz="1400" dirty="0"/>
            </a:p>
            <a:p>
              <a:pPr lvl="1"/>
              <a:r>
                <a:rPr lang="ko-KR" altLang="en-US" sz="1400" dirty="0" err="1"/>
                <a:t>꿈드림</a:t>
              </a:r>
              <a:endParaRPr lang="en-US" altLang="ko-KR" sz="14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43A873D-3D6B-4D0C-8C6C-F7C3ED587440}"/>
              </a:ext>
            </a:extLst>
          </p:cNvPr>
          <p:cNvGrpSpPr/>
          <p:nvPr/>
        </p:nvGrpSpPr>
        <p:grpSpPr>
          <a:xfrm>
            <a:off x="8130009" y="4795254"/>
            <a:ext cx="1181079" cy="1100423"/>
            <a:chOff x="9265649" y="3663802"/>
            <a:chExt cx="1251471" cy="1166007"/>
          </a:xfrm>
        </p:grpSpPr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FF4389DF-70E1-4A48-9FDE-83D625300E05}"/>
                </a:ext>
              </a:extLst>
            </p:cNvPr>
            <p:cNvSpPr/>
            <p:nvPr/>
          </p:nvSpPr>
          <p:spPr>
            <a:xfrm>
              <a:off x="9308381" y="3663802"/>
              <a:ext cx="1166007" cy="1166007"/>
            </a:xfrm>
            <a:prstGeom prst="ellipse">
              <a:avLst/>
            </a:prstGeom>
            <a:solidFill>
              <a:srgbClr val="A9C14F"/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CADBED01-4D02-4A0E-8C29-C367630C36A2}"/>
                </a:ext>
              </a:extLst>
            </p:cNvPr>
            <p:cNvSpPr txBox="1"/>
            <p:nvPr/>
          </p:nvSpPr>
          <p:spPr>
            <a:xfrm>
              <a:off x="9265649" y="4025164"/>
              <a:ext cx="1251471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400" dirty="0"/>
                <a:t>건강가정</a:t>
              </a:r>
              <a:endParaRPr lang="en-US" altLang="ko-KR" sz="1400" dirty="0"/>
            </a:p>
            <a:p>
              <a:pPr lvl="1"/>
              <a:r>
                <a:rPr lang="ko-KR" altLang="en-US" sz="1400" dirty="0"/>
                <a:t>지원센터</a:t>
              </a:r>
              <a:endParaRPr lang="en-US" altLang="ko-KR" sz="1400" dirty="0"/>
            </a:p>
          </p:txBody>
        </p:sp>
      </p:grpSp>
      <p:sp>
        <p:nvSpPr>
          <p:cNvPr id="185" name="화살표: 갈매기형 수장 184">
            <a:extLst>
              <a:ext uri="{FF2B5EF4-FFF2-40B4-BE49-F238E27FC236}">
                <a16:creationId xmlns:a16="http://schemas.microsoft.com/office/drawing/2014/main" id="{C8FEF3BD-33BE-4F58-B8B1-D5F25D9AE81E}"/>
              </a:ext>
            </a:extLst>
          </p:cNvPr>
          <p:cNvSpPr/>
          <p:nvPr/>
        </p:nvSpPr>
        <p:spPr>
          <a:xfrm rot="20166563">
            <a:off x="3229366" y="3865411"/>
            <a:ext cx="253668" cy="253668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ea typeface="Noto Sans CJK KR Medium" pitchFamily="34" charset="-127"/>
            </a:endParaRPr>
          </a:p>
        </p:txBody>
      </p:sp>
      <p:sp>
        <p:nvSpPr>
          <p:cNvPr id="186" name="화살표: 갈매기형 수장 185">
            <a:extLst>
              <a:ext uri="{FF2B5EF4-FFF2-40B4-BE49-F238E27FC236}">
                <a16:creationId xmlns:a16="http://schemas.microsoft.com/office/drawing/2014/main" id="{906BF2BA-AB7E-41F7-BE03-2680F3E2C33E}"/>
              </a:ext>
            </a:extLst>
          </p:cNvPr>
          <p:cNvSpPr/>
          <p:nvPr/>
        </p:nvSpPr>
        <p:spPr>
          <a:xfrm rot="18532221">
            <a:off x="3893741" y="4588943"/>
            <a:ext cx="253668" cy="253668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ea typeface="Noto Sans CJK KR Medium" pitchFamily="34" charset="-127"/>
            </a:endParaRPr>
          </a:p>
        </p:txBody>
      </p:sp>
      <p:sp>
        <p:nvSpPr>
          <p:cNvPr id="190" name="화살표: 갈매기형 수장 189">
            <a:extLst>
              <a:ext uri="{FF2B5EF4-FFF2-40B4-BE49-F238E27FC236}">
                <a16:creationId xmlns:a16="http://schemas.microsoft.com/office/drawing/2014/main" id="{9D8FB827-5B5A-4984-B540-73603CDB6E43}"/>
              </a:ext>
            </a:extLst>
          </p:cNvPr>
          <p:cNvSpPr/>
          <p:nvPr/>
        </p:nvSpPr>
        <p:spPr>
          <a:xfrm rot="17278254">
            <a:off x="4932828" y="5065103"/>
            <a:ext cx="253668" cy="253668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ea typeface="Noto Sans CJK KR Medium" pitchFamily="34" charset="-127"/>
            </a:endParaRPr>
          </a:p>
        </p:txBody>
      </p:sp>
      <p:sp>
        <p:nvSpPr>
          <p:cNvPr id="195" name="화살표: 갈매기형 수장 194">
            <a:extLst>
              <a:ext uri="{FF2B5EF4-FFF2-40B4-BE49-F238E27FC236}">
                <a16:creationId xmlns:a16="http://schemas.microsoft.com/office/drawing/2014/main" id="{D38B410E-BBB1-4B61-A6E4-36CEFBEDD4E7}"/>
              </a:ext>
            </a:extLst>
          </p:cNvPr>
          <p:cNvSpPr/>
          <p:nvPr/>
        </p:nvSpPr>
        <p:spPr>
          <a:xfrm rot="16200000">
            <a:off x="6069710" y="5232911"/>
            <a:ext cx="253668" cy="253668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ea typeface="Noto Sans CJK KR Medium" pitchFamily="34" charset="-127"/>
            </a:endParaRPr>
          </a:p>
        </p:txBody>
      </p: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8489F698-0644-40D6-982F-BEC5C874A55B}"/>
              </a:ext>
            </a:extLst>
          </p:cNvPr>
          <p:cNvGrpSpPr/>
          <p:nvPr/>
        </p:nvGrpSpPr>
        <p:grpSpPr>
          <a:xfrm flipH="1">
            <a:off x="7195318" y="3838135"/>
            <a:ext cx="1957130" cy="1453360"/>
            <a:chOff x="2857926" y="3856505"/>
            <a:chExt cx="2073774" cy="1539979"/>
          </a:xfrm>
        </p:grpSpPr>
        <p:sp>
          <p:nvSpPr>
            <p:cNvPr id="236" name="화살표: 갈매기형 수장 235">
              <a:extLst>
                <a:ext uri="{FF2B5EF4-FFF2-40B4-BE49-F238E27FC236}">
                  <a16:creationId xmlns:a16="http://schemas.microsoft.com/office/drawing/2014/main" id="{B0118D35-D4C8-4735-8FF3-D507D151BC99}"/>
                </a:ext>
              </a:extLst>
            </p:cNvPr>
            <p:cNvSpPr/>
            <p:nvPr/>
          </p:nvSpPr>
          <p:spPr>
            <a:xfrm rot="20166563">
              <a:off x="2857926" y="3856505"/>
              <a:ext cx="268786" cy="268786"/>
            </a:xfrm>
            <a:prstGeom prst="chevron">
              <a:avLst>
                <a:gd name="adj" fmla="val 49999"/>
              </a:avLst>
            </a:prstGeom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>
                <a:ea typeface="Noto Sans CJK KR Medium" pitchFamily="34" charset="-127"/>
              </a:endParaRPr>
            </a:p>
          </p:txBody>
        </p:sp>
        <p:sp>
          <p:nvSpPr>
            <p:cNvPr id="237" name="화살표: 갈매기형 수장 236">
              <a:extLst>
                <a:ext uri="{FF2B5EF4-FFF2-40B4-BE49-F238E27FC236}">
                  <a16:creationId xmlns:a16="http://schemas.microsoft.com/office/drawing/2014/main" id="{084F3542-FEB5-4F79-A044-A0494B23F369}"/>
                </a:ext>
              </a:extLst>
            </p:cNvPr>
            <p:cNvSpPr/>
            <p:nvPr/>
          </p:nvSpPr>
          <p:spPr>
            <a:xfrm rot="18532221">
              <a:off x="3561897" y="4623160"/>
              <a:ext cx="268786" cy="268786"/>
            </a:xfrm>
            <a:prstGeom prst="chevron">
              <a:avLst>
                <a:gd name="adj" fmla="val 49999"/>
              </a:avLst>
            </a:prstGeom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>
                <a:ea typeface="Noto Sans CJK KR Medium" pitchFamily="34" charset="-127"/>
              </a:endParaRPr>
            </a:p>
          </p:txBody>
        </p:sp>
        <p:sp>
          <p:nvSpPr>
            <p:cNvPr id="238" name="화살표: 갈매기형 수장 237">
              <a:extLst>
                <a:ext uri="{FF2B5EF4-FFF2-40B4-BE49-F238E27FC236}">
                  <a16:creationId xmlns:a16="http://schemas.microsoft.com/office/drawing/2014/main" id="{20AC4542-EF22-4596-B668-FF25D84D8E11}"/>
                </a:ext>
              </a:extLst>
            </p:cNvPr>
            <p:cNvSpPr/>
            <p:nvPr/>
          </p:nvSpPr>
          <p:spPr>
            <a:xfrm rot="17278254">
              <a:off x="4662914" y="5127698"/>
              <a:ext cx="268786" cy="268786"/>
            </a:xfrm>
            <a:prstGeom prst="chevron">
              <a:avLst>
                <a:gd name="adj" fmla="val 49999"/>
              </a:avLst>
            </a:prstGeom>
            <a:gradFill>
              <a:gsLst>
                <a:gs pos="0">
                  <a:srgbClr val="F36821"/>
                </a:gs>
                <a:gs pos="100000">
                  <a:srgbClr val="A9C14F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>
                <a:ea typeface="Noto Sans CJK KR Medium" pitchFamily="34" charset="-127"/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90E4A496-9F49-4C97-AAD9-150869DDEA87}"/>
              </a:ext>
            </a:extLst>
          </p:cNvPr>
          <p:cNvGrpSpPr/>
          <p:nvPr/>
        </p:nvGrpSpPr>
        <p:grpSpPr>
          <a:xfrm>
            <a:off x="5310938" y="1360830"/>
            <a:ext cx="1832871" cy="1832871"/>
            <a:chOff x="339001" y="2671001"/>
            <a:chExt cx="2400300" cy="2400300"/>
          </a:xfrm>
        </p:grpSpPr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4FD84058-D3C3-435F-AB84-75B4B2DA5919}"/>
                </a:ext>
              </a:extLst>
            </p:cNvPr>
            <p:cNvSpPr/>
            <p:nvPr/>
          </p:nvSpPr>
          <p:spPr>
            <a:xfrm>
              <a:off x="339001" y="2671001"/>
              <a:ext cx="2400300" cy="24003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gradFill>
                <a:gsLst>
                  <a:gs pos="0">
                    <a:srgbClr val="F36821"/>
                  </a:gs>
                  <a:gs pos="100000">
                    <a:srgbClr val="A9C14F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2AE44C8D-E553-4B57-8F49-E91E8F17790E}"/>
                </a:ext>
              </a:extLst>
            </p:cNvPr>
            <p:cNvSpPr txBox="1"/>
            <p:nvPr/>
          </p:nvSpPr>
          <p:spPr>
            <a:xfrm>
              <a:off x="680472" y="3288750"/>
              <a:ext cx="1672302" cy="102705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2400" dirty="0">
                  <a:solidFill>
                    <a:srgbClr val="F36821"/>
                  </a:solidFill>
                  <a:effectLst/>
                </a:rPr>
                <a:t>위</a:t>
              </a:r>
              <a:r>
                <a:rPr lang="en-US" altLang="ko-KR" sz="2400" dirty="0">
                  <a:solidFill>
                    <a:srgbClr val="F36821"/>
                  </a:solidFill>
                  <a:effectLst/>
                </a:rPr>
                <a:t>(Wee)</a:t>
              </a:r>
            </a:p>
            <a:p>
              <a:pPr lvl="1"/>
              <a:r>
                <a:rPr lang="ko-KR" altLang="en-US" sz="2400" dirty="0">
                  <a:solidFill>
                    <a:srgbClr val="F36821"/>
                  </a:solidFill>
                  <a:effectLst/>
                </a:rPr>
                <a:t>클래스</a:t>
              </a:r>
              <a:endParaRPr lang="en-US" altLang="ko-KR" sz="2400" dirty="0">
                <a:solidFill>
                  <a:srgbClr val="F36821"/>
                </a:solidFill>
                <a:effectLst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915939F-9624-4205-BF2B-68050CB88F6C}"/>
                </a:ext>
              </a:extLst>
            </p:cNvPr>
            <p:cNvSpPr txBox="1"/>
            <p:nvPr/>
          </p:nvSpPr>
          <p:spPr>
            <a:xfrm>
              <a:off x="725531" y="4256366"/>
              <a:ext cx="1627240" cy="4284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600" dirty="0">
                  <a:solidFill>
                    <a:schemeClr val="tx1"/>
                  </a:solidFill>
                  <a:effectLst/>
                </a:rPr>
                <a:t>학교상담실</a:t>
              </a:r>
              <a:endParaRPr lang="en-US" altLang="ko-KR" sz="1600" dirty="0"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A0C32CC-4D96-4B62-B957-2ACEEAEA741B}"/>
              </a:ext>
            </a:extLst>
          </p:cNvPr>
          <p:cNvGrpSpPr/>
          <p:nvPr/>
        </p:nvGrpSpPr>
        <p:grpSpPr>
          <a:xfrm>
            <a:off x="3904655" y="3025372"/>
            <a:ext cx="1451663" cy="1326763"/>
            <a:chOff x="3453722" y="2848162"/>
            <a:chExt cx="1538182" cy="1405837"/>
          </a:xfrm>
        </p:grpSpPr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5877F61F-A0C9-46C1-94E3-BB52B0664249}"/>
                </a:ext>
              </a:extLst>
            </p:cNvPr>
            <p:cNvSpPr/>
            <p:nvPr/>
          </p:nvSpPr>
          <p:spPr>
            <a:xfrm>
              <a:off x="3519895" y="2848162"/>
              <a:ext cx="1405837" cy="1405837"/>
            </a:xfrm>
            <a:prstGeom prst="ellipse">
              <a:avLst/>
            </a:prstGeom>
            <a:solidFill>
              <a:srgbClr val="A9C14F"/>
            </a:solidFill>
            <a:ln w="19050" cap="flat" cmpd="sng" algn="ctr">
              <a:solidFill>
                <a:srgbClr val="F36821"/>
              </a:soli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088B85F-F9C7-4CC0-A9A5-9EA2C94EEE7D}"/>
                </a:ext>
              </a:extLst>
            </p:cNvPr>
            <p:cNvGrpSpPr/>
            <p:nvPr/>
          </p:nvGrpSpPr>
          <p:grpSpPr>
            <a:xfrm>
              <a:off x="3453722" y="3148879"/>
              <a:ext cx="1538182" cy="804403"/>
              <a:chOff x="3453722" y="3164382"/>
              <a:chExt cx="1538182" cy="804403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B3B9312-703B-4AC1-9543-BDF889DE6958}"/>
                  </a:ext>
                </a:extLst>
              </p:cNvPr>
              <p:cNvSpPr txBox="1"/>
              <p:nvPr/>
            </p:nvSpPr>
            <p:spPr>
              <a:xfrm>
                <a:off x="3751795" y="3164382"/>
                <a:ext cx="94203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2pPr marL="0" lvl="1" algn="ctr"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defRPr>
                </a:lvl2pPr>
              </a:lstStyle>
              <a:p>
                <a:pPr lvl="1"/>
                <a:r>
                  <a:rPr lang="ko-KR" altLang="en-US" sz="1600" dirty="0"/>
                  <a:t>위</a:t>
                </a:r>
                <a:r>
                  <a:rPr lang="en-US" altLang="ko-KR" sz="1600" dirty="0"/>
                  <a:t>(Wee)</a:t>
                </a:r>
              </a:p>
              <a:p>
                <a:pPr lvl="1"/>
                <a:r>
                  <a:rPr lang="ko-KR" altLang="en-US" sz="1600" dirty="0"/>
                  <a:t>센터</a:t>
                </a:r>
                <a:endParaRPr lang="en-US" altLang="ko-KR" sz="1600" dirty="0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7EBC7F6-4870-4C06-B9D1-59BCE47CADB4}"/>
                  </a:ext>
                </a:extLst>
              </p:cNvPr>
              <p:cNvSpPr txBox="1"/>
              <p:nvPr/>
            </p:nvSpPr>
            <p:spPr>
              <a:xfrm>
                <a:off x="3453722" y="3691786"/>
                <a:ext cx="1538182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2pPr marL="0" lvl="1" algn="ctr"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defRPr>
                </a:lvl2pPr>
              </a:lstStyle>
              <a:p>
                <a:pPr lvl="1"/>
                <a:r>
                  <a:rPr lang="ko-KR" altLang="en-US" sz="1200" dirty="0"/>
                  <a:t>학생상담지원센터</a:t>
                </a:r>
                <a:endParaRPr lang="en-US" altLang="ko-KR" sz="1200" dirty="0"/>
              </a:p>
            </p:txBody>
          </p:sp>
        </p:grp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901E758B-4166-44D9-849D-CA45B60CF1DB}"/>
              </a:ext>
            </a:extLst>
          </p:cNvPr>
          <p:cNvGrpSpPr/>
          <p:nvPr/>
        </p:nvGrpSpPr>
        <p:grpSpPr>
          <a:xfrm>
            <a:off x="5551539" y="3652173"/>
            <a:ext cx="1351669" cy="1326763"/>
            <a:chOff x="2916176" y="3276601"/>
            <a:chExt cx="1770125" cy="1737508"/>
          </a:xfrm>
        </p:grpSpPr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244D7E5B-7041-4CF0-9F70-CD5758E9E2C3}"/>
                </a:ext>
              </a:extLst>
            </p:cNvPr>
            <p:cNvSpPr/>
            <p:nvPr/>
          </p:nvSpPr>
          <p:spPr>
            <a:xfrm>
              <a:off x="2948793" y="3276601"/>
              <a:ext cx="1737508" cy="1737508"/>
            </a:xfrm>
            <a:prstGeom prst="ellipse">
              <a:avLst/>
            </a:prstGeom>
            <a:solidFill>
              <a:srgbClr val="A9C14F"/>
            </a:solidFill>
            <a:ln w="19050" cap="flat" cmpd="sng" algn="ctr">
              <a:solidFill>
                <a:srgbClr val="F36821"/>
              </a:soli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6B231FD-4A8C-4E14-8C79-A50171508EB9}"/>
                </a:ext>
              </a:extLst>
            </p:cNvPr>
            <p:cNvSpPr txBox="1"/>
            <p:nvPr/>
          </p:nvSpPr>
          <p:spPr>
            <a:xfrm>
              <a:off x="2916176" y="3581225"/>
              <a:ext cx="1770125" cy="13313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2pPr marL="0" lvl="1" algn="ctr">
                <a:defRPr sz="2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defRPr>
              </a:lvl2pPr>
            </a:lstStyle>
            <a:p>
              <a:pPr lvl="1"/>
              <a:r>
                <a:rPr lang="ko-KR" altLang="en-US" sz="1600" dirty="0"/>
                <a:t>병원형</a:t>
              </a:r>
              <a:r>
                <a:rPr lang="en-US" altLang="ko-KR" sz="1600" dirty="0"/>
                <a:t>,</a:t>
              </a:r>
            </a:p>
            <a:p>
              <a:pPr lvl="1"/>
              <a:r>
                <a:rPr lang="ko-KR" altLang="en-US" sz="1600" dirty="0"/>
                <a:t>가정형</a:t>
              </a:r>
              <a:endParaRPr lang="en-US" altLang="ko-KR" sz="1600" dirty="0"/>
            </a:p>
            <a:p>
              <a:pPr lvl="1"/>
              <a:r>
                <a:rPr lang="ko-KR" altLang="en-US" sz="1600" dirty="0"/>
                <a:t>위</a:t>
              </a:r>
              <a:r>
                <a:rPr lang="en-US" altLang="ko-KR" sz="1600" dirty="0"/>
                <a:t>(Wee)</a:t>
              </a:r>
            </a:p>
            <a:p>
              <a:pPr lvl="1"/>
              <a:r>
                <a:rPr lang="ko-KR" altLang="en-US" sz="1600" dirty="0"/>
                <a:t>센터</a:t>
              </a:r>
              <a:endParaRPr lang="en-US" altLang="ko-KR" sz="16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8A92F5C-1B7C-4C2A-9E51-8D1A15B7AA2E}"/>
              </a:ext>
            </a:extLst>
          </p:cNvPr>
          <p:cNvGrpSpPr/>
          <p:nvPr/>
        </p:nvGrpSpPr>
        <p:grpSpPr>
          <a:xfrm>
            <a:off x="7057324" y="3025372"/>
            <a:ext cx="1435125" cy="1326763"/>
            <a:chOff x="6794289" y="2848162"/>
            <a:chExt cx="1520658" cy="1405837"/>
          </a:xfrm>
        </p:grpSpPr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238E0D11-E1CA-4967-A342-B2B189AA2C4D}"/>
                </a:ext>
              </a:extLst>
            </p:cNvPr>
            <p:cNvSpPr/>
            <p:nvPr/>
          </p:nvSpPr>
          <p:spPr>
            <a:xfrm>
              <a:off x="6851700" y="2848162"/>
              <a:ext cx="1405837" cy="1405837"/>
            </a:xfrm>
            <a:prstGeom prst="ellipse">
              <a:avLst/>
            </a:prstGeom>
            <a:solidFill>
              <a:srgbClr val="A9C14F"/>
            </a:solidFill>
            <a:ln w="19050" cap="flat" cmpd="sng" algn="ctr">
              <a:solidFill>
                <a:srgbClr val="F36821"/>
              </a:soli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2975867E-DA97-4B86-81B9-713199F5729F}"/>
                </a:ext>
              </a:extLst>
            </p:cNvPr>
            <p:cNvGrpSpPr/>
            <p:nvPr/>
          </p:nvGrpSpPr>
          <p:grpSpPr>
            <a:xfrm>
              <a:off x="6794289" y="3155093"/>
              <a:ext cx="1520658" cy="791974"/>
              <a:chOff x="6794289" y="3142626"/>
              <a:chExt cx="1520658" cy="791974"/>
            </a:xfrm>
          </p:grpSpPr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2A6A6AE5-95C2-40F5-8C7E-1C93641A2CD1}"/>
                  </a:ext>
                </a:extLst>
              </p:cNvPr>
              <p:cNvSpPr txBox="1"/>
              <p:nvPr/>
            </p:nvSpPr>
            <p:spPr>
              <a:xfrm>
                <a:off x="6951537" y="3142626"/>
                <a:ext cx="120616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2pPr marL="0" lvl="1" algn="ctr"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defRPr>
                </a:lvl2pPr>
              </a:lstStyle>
              <a:p>
                <a:pPr lvl="1"/>
                <a:r>
                  <a:rPr lang="ko-KR" altLang="en-US" sz="1600" dirty="0"/>
                  <a:t>위</a:t>
                </a:r>
                <a:r>
                  <a:rPr lang="en-US" altLang="ko-KR" sz="1600" dirty="0"/>
                  <a:t>(Wee)</a:t>
                </a:r>
              </a:p>
              <a:p>
                <a:pPr lvl="1"/>
                <a:r>
                  <a:rPr lang="ko-KR" altLang="en-US" sz="1600" dirty="0"/>
                  <a:t>스쿨</a:t>
                </a:r>
                <a:endParaRPr lang="en-US" altLang="ko-KR" sz="1600" dirty="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67F0769-B636-47FD-880C-AE2813576337}"/>
                  </a:ext>
                </a:extLst>
              </p:cNvPr>
              <p:cNvSpPr txBox="1"/>
              <p:nvPr/>
            </p:nvSpPr>
            <p:spPr>
              <a:xfrm>
                <a:off x="6794289" y="3657601"/>
                <a:ext cx="1520658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2pPr marL="0" lvl="1" algn="ctr"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defRPr>
                </a:lvl2pPr>
              </a:lstStyle>
              <a:p>
                <a:pPr lvl="1"/>
                <a:r>
                  <a:rPr lang="ko-KR" altLang="en-US" sz="1200" dirty="0"/>
                  <a:t>대안교육위탁시설</a:t>
                </a:r>
                <a:endParaRPr lang="en-US" altLang="ko-KR" sz="1200" dirty="0"/>
              </a:p>
            </p:txBody>
          </p:sp>
        </p:grpSp>
      </p:grpSp>
      <p:sp>
        <p:nvSpPr>
          <p:cNvPr id="60" name="화살표: 갈매기형 수장 59">
            <a:extLst>
              <a:ext uri="{FF2B5EF4-FFF2-40B4-BE49-F238E27FC236}">
                <a16:creationId xmlns:a16="http://schemas.microsoft.com/office/drawing/2014/main" id="{D05CA98F-4A49-4663-91B9-1BFD1B5DB34B}"/>
              </a:ext>
            </a:extLst>
          </p:cNvPr>
          <p:cNvSpPr/>
          <p:nvPr/>
        </p:nvSpPr>
        <p:spPr>
          <a:xfrm rot="5400000">
            <a:off x="6100539" y="3279945"/>
            <a:ext cx="253668" cy="253668"/>
          </a:xfrm>
          <a:prstGeom prst="chevron">
            <a:avLst>
              <a:gd name="adj" fmla="val 49999"/>
            </a:avLst>
          </a:prstGeom>
          <a:solidFill>
            <a:srgbClr val="F36A22">
              <a:alpha val="90000"/>
            </a:srgb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ea typeface="Noto Sans CJK KR Medium" pitchFamily="34" charset="-127"/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79D0E433-C933-4E28-B4BB-941D9066E84B}"/>
              </a:ext>
            </a:extLst>
          </p:cNvPr>
          <p:cNvSpPr/>
          <p:nvPr/>
        </p:nvSpPr>
        <p:spPr>
          <a:xfrm rot="8127431">
            <a:off x="5142205" y="2859594"/>
            <a:ext cx="253668" cy="253668"/>
          </a:xfrm>
          <a:prstGeom prst="chevron">
            <a:avLst>
              <a:gd name="adj" fmla="val 49999"/>
            </a:avLst>
          </a:prstGeom>
          <a:solidFill>
            <a:srgbClr val="F36A22">
              <a:alpha val="90000"/>
            </a:srgb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ea typeface="Noto Sans CJK KR Medium" pitchFamily="34" charset="-127"/>
            </a:endParaRPr>
          </a:p>
        </p:txBody>
      </p:sp>
      <p:sp>
        <p:nvSpPr>
          <p:cNvPr id="63" name="화살표: 갈매기형 수장 62">
            <a:extLst>
              <a:ext uri="{FF2B5EF4-FFF2-40B4-BE49-F238E27FC236}">
                <a16:creationId xmlns:a16="http://schemas.microsoft.com/office/drawing/2014/main" id="{C3C6D8AD-A068-4184-8642-FA09EE261F4A}"/>
              </a:ext>
            </a:extLst>
          </p:cNvPr>
          <p:cNvSpPr/>
          <p:nvPr/>
        </p:nvSpPr>
        <p:spPr>
          <a:xfrm rot="13472569" flipH="1">
            <a:off x="7011475" y="2859594"/>
            <a:ext cx="253668" cy="253668"/>
          </a:xfrm>
          <a:prstGeom prst="chevron">
            <a:avLst>
              <a:gd name="adj" fmla="val 49999"/>
            </a:avLst>
          </a:prstGeom>
          <a:solidFill>
            <a:srgbClr val="F36A22">
              <a:alpha val="90000"/>
            </a:srgb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ea typeface="Noto Sans CJK KR Medi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4258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사각형: 둥근 위쪽 모서리 75">
            <a:extLst>
              <a:ext uri="{FF2B5EF4-FFF2-40B4-BE49-F238E27FC236}">
                <a16:creationId xmlns:a16="http://schemas.microsoft.com/office/drawing/2014/main" id="{353F5F73-9EE1-4347-BD2F-B02EC03E2BF3}"/>
              </a:ext>
            </a:extLst>
          </p:cNvPr>
          <p:cNvSpPr/>
          <p:nvPr/>
        </p:nvSpPr>
        <p:spPr>
          <a:xfrm rot="10800000">
            <a:off x="145133" y="-5"/>
            <a:ext cx="743836" cy="887019"/>
          </a:xfrm>
          <a:prstGeom prst="round2SameRect">
            <a:avLst>
              <a:gd name="adj1" fmla="val 28970"/>
              <a:gd name="adj2" fmla="val 0"/>
            </a:avLst>
          </a:prstGeom>
          <a:solidFill>
            <a:srgbClr val="A9C14F"/>
          </a:solidFill>
          <a:ln w="12700" cap="flat" cmpd="sng" algn="ctr">
            <a:noFill/>
            <a:prstDash val="solid"/>
            <a:miter/>
          </a:ln>
          <a:effectLst>
            <a:innerShdw blurRad="152400">
              <a:prstClr val="black">
                <a:alpha val="24000"/>
              </a:prstClr>
            </a:innerShdw>
          </a:effectLst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891E36-C1BF-4B66-9F49-17072ABE1AF5}"/>
              </a:ext>
            </a:extLst>
          </p:cNvPr>
          <p:cNvSpPr txBox="1"/>
          <p:nvPr/>
        </p:nvSpPr>
        <p:spPr>
          <a:xfrm>
            <a:off x="1077003" y="391353"/>
            <a:ext cx="631414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FontTx/>
              <a:buNone/>
              <a:defRPr kumimoji="1" sz="2400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rgbClr val="CA2277"/>
                </a:solidFill>
                <a:effectLst/>
                <a:uLnTx/>
                <a:uFillTx/>
                <a:latin typeface="KoPub돋움체 Bold"/>
                <a:ea typeface="KoPub돋움체 Bold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pPr>
              <a:spcBef>
                <a:spcPts val="0"/>
              </a:spcBef>
              <a:spcAft>
                <a:spcPts val="1750"/>
              </a:spcAft>
              <a:defRPr/>
            </a:pP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위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(Wee)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클래스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이용 협조사항은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2826A85E-6A22-4479-9986-9C928AD3C7EA}"/>
              </a:ext>
            </a:extLst>
          </p:cNvPr>
          <p:cNvCxnSpPr>
            <a:cxnSpLocks/>
          </p:cNvCxnSpPr>
          <p:nvPr/>
        </p:nvCxnSpPr>
        <p:spPr>
          <a:xfrm>
            <a:off x="888969" y="887015"/>
            <a:ext cx="109659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50285C6-72D5-4735-84A2-54EB7A4DA916}"/>
              </a:ext>
            </a:extLst>
          </p:cNvPr>
          <p:cNvSpPr txBox="1"/>
          <p:nvPr/>
        </p:nvSpPr>
        <p:spPr>
          <a:xfrm>
            <a:off x="164686" y="166506"/>
            <a:ext cx="667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0" lvl="0" indent="0" algn="ctr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kumimoji="1" sz="4000" b="1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en-US" altLang="ko-KR" sz="3600" spc="-300" dirty="0"/>
              <a:t>Ⅷ</a:t>
            </a:r>
            <a:endParaRPr lang="en-US" sz="3600" spc="-300" dirty="0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6E62A22F-7879-4CE2-9725-63E7B52A8F38}"/>
              </a:ext>
            </a:extLst>
          </p:cNvPr>
          <p:cNvSpPr/>
          <p:nvPr/>
        </p:nvSpPr>
        <p:spPr>
          <a:xfrm>
            <a:off x="371412" y="2353027"/>
            <a:ext cx="3727577" cy="643832"/>
          </a:xfrm>
          <a:custGeom>
            <a:avLst/>
            <a:gdLst>
              <a:gd name="connsiteX0" fmla="*/ 285219 w 3727577"/>
              <a:gd name="connsiteY0" fmla="*/ 0 h 643832"/>
              <a:gd name="connsiteX1" fmla="*/ 3442358 w 3727577"/>
              <a:gd name="connsiteY1" fmla="*/ 0 h 643832"/>
              <a:gd name="connsiteX2" fmla="*/ 3727577 w 3727577"/>
              <a:gd name="connsiteY2" fmla="*/ 285219 h 643832"/>
              <a:gd name="connsiteX3" fmla="*/ 3727577 w 3727577"/>
              <a:gd name="connsiteY3" fmla="*/ 315875 h 643832"/>
              <a:gd name="connsiteX4" fmla="*/ 3727577 w 3727577"/>
              <a:gd name="connsiteY4" fmla="*/ 355075 h 643832"/>
              <a:gd name="connsiteX5" fmla="*/ 3727577 w 3727577"/>
              <a:gd name="connsiteY5" fmla="*/ 643832 h 643832"/>
              <a:gd name="connsiteX6" fmla="*/ 0 w 3727577"/>
              <a:gd name="connsiteY6" fmla="*/ 643832 h 643832"/>
              <a:gd name="connsiteX7" fmla="*/ 0 w 3727577"/>
              <a:gd name="connsiteY7" fmla="*/ 355075 h 643832"/>
              <a:gd name="connsiteX8" fmla="*/ 0 w 3727577"/>
              <a:gd name="connsiteY8" fmla="*/ 315875 h 643832"/>
              <a:gd name="connsiteX9" fmla="*/ 0 w 3727577"/>
              <a:gd name="connsiteY9" fmla="*/ 285219 h 643832"/>
              <a:gd name="connsiteX10" fmla="*/ 285219 w 3727577"/>
              <a:gd name="connsiteY10" fmla="*/ 0 h 64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27577" h="643832">
                <a:moveTo>
                  <a:pt x="285219" y="0"/>
                </a:moveTo>
                <a:lnTo>
                  <a:pt x="3442358" y="0"/>
                </a:lnTo>
                <a:cubicBezTo>
                  <a:pt x="3599880" y="0"/>
                  <a:pt x="3727577" y="127697"/>
                  <a:pt x="3727577" y="285219"/>
                </a:cubicBezTo>
                <a:lnTo>
                  <a:pt x="3727577" y="315875"/>
                </a:lnTo>
                <a:lnTo>
                  <a:pt x="3727577" y="355075"/>
                </a:lnTo>
                <a:lnTo>
                  <a:pt x="3727577" y="643832"/>
                </a:lnTo>
                <a:lnTo>
                  <a:pt x="0" y="643832"/>
                </a:lnTo>
                <a:lnTo>
                  <a:pt x="0" y="355075"/>
                </a:lnTo>
                <a:lnTo>
                  <a:pt x="0" y="315875"/>
                </a:lnTo>
                <a:lnTo>
                  <a:pt x="0" y="285219"/>
                </a:lnTo>
                <a:cubicBezTo>
                  <a:pt x="0" y="127697"/>
                  <a:pt x="127697" y="0"/>
                  <a:pt x="285219" y="0"/>
                </a:cubicBezTo>
                <a:close/>
              </a:path>
            </a:pathLst>
          </a:custGeom>
          <a:solidFill>
            <a:srgbClr val="A9C14F"/>
          </a:solidFill>
          <a:ln w="12700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42BCAC6-8711-4EBD-8056-3E6C8EF69FCD}"/>
              </a:ext>
            </a:extLst>
          </p:cNvPr>
          <p:cNvSpPr/>
          <p:nvPr/>
        </p:nvSpPr>
        <p:spPr>
          <a:xfrm>
            <a:off x="371412" y="2998902"/>
            <a:ext cx="3727577" cy="26421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sz="2000" b="0" i="0" u="none" strike="noStrike" kern="1200" cap="none" spc="0" normalizeH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928E2F-C9AB-4744-92B5-E55CA2BA79E3}"/>
              </a:ext>
            </a:extLst>
          </p:cNvPr>
          <p:cNvSpPr txBox="1"/>
          <p:nvPr/>
        </p:nvSpPr>
        <p:spPr>
          <a:xfrm>
            <a:off x="801444" y="3315792"/>
            <a:ext cx="3000376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학급 내 상담이 필요한 학생 의뢰</a:t>
            </a:r>
            <a:endParaRPr lang="en-US" altLang="ko-KR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화살표: 갈매기형 수장 14">
            <a:extLst>
              <a:ext uri="{FF2B5EF4-FFF2-40B4-BE49-F238E27FC236}">
                <a16:creationId xmlns:a16="http://schemas.microsoft.com/office/drawing/2014/main" id="{4393AF3C-3991-41F0-8D88-B0E213E9F04D}"/>
              </a:ext>
            </a:extLst>
          </p:cNvPr>
          <p:cNvSpPr/>
          <p:nvPr/>
        </p:nvSpPr>
        <p:spPr>
          <a:xfrm>
            <a:off x="425974" y="3315790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17E739-668A-41D4-A9ED-5B5FD83EA61F}"/>
              </a:ext>
            </a:extLst>
          </p:cNvPr>
          <p:cNvSpPr txBox="1"/>
          <p:nvPr/>
        </p:nvSpPr>
        <p:spPr>
          <a:xfrm>
            <a:off x="801444" y="3894499"/>
            <a:ext cx="3000376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상담선생님과 협력 관계 형성</a:t>
            </a:r>
          </a:p>
        </p:txBody>
      </p:sp>
      <p:sp>
        <p:nvSpPr>
          <p:cNvPr id="60" name="화살표: 갈매기형 수장 59">
            <a:extLst>
              <a:ext uri="{FF2B5EF4-FFF2-40B4-BE49-F238E27FC236}">
                <a16:creationId xmlns:a16="http://schemas.microsoft.com/office/drawing/2014/main" id="{E5D56E28-3C5B-4584-A31B-091DF7984D1D}"/>
              </a:ext>
            </a:extLst>
          </p:cNvPr>
          <p:cNvSpPr/>
          <p:nvPr/>
        </p:nvSpPr>
        <p:spPr>
          <a:xfrm>
            <a:off x="425974" y="3890298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500791-1C56-473F-A77C-C76086635944}"/>
              </a:ext>
            </a:extLst>
          </p:cNvPr>
          <p:cNvSpPr txBox="1"/>
          <p:nvPr/>
        </p:nvSpPr>
        <p:spPr>
          <a:xfrm>
            <a:off x="801444" y="4477410"/>
            <a:ext cx="3000376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비밀 보장 협조</a:t>
            </a:r>
            <a:endParaRPr lang="en-US" altLang="ko-KR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2314D3D8-E62D-4F5F-8B49-A17CA3FC1B75}"/>
              </a:ext>
            </a:extLst>
          </p:cNvPr>
          <p:cNvSpPr/>
          <p:nvPr/>
        </p:nvSpPr>
        <p:spPr>
          <a:xfrm>
            <a:off x="425974" y="4469006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2FE654-6790-4722-BF60-E20217B95566}"/>
              </a:ext>
            </a:extLst>
          </p:cNvPr>
          <p:cNvSpPr txBox="1"/>
          <p:nvPr/>
        </p:nvSpPr>
        <p:spPr>
          <a:xfrm>
            <a:off x="801444" y="5051916"/>
            <a:ext cx="3000376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학생 출결 확인 </a:t>
            </a:r>
          </a:p>
        </p:txBody>
      </p:sp>
      <p:sp>
        <p:nvSpPr>
          <p:cNvPr id="62" name="화살표: 갈매기형 수장 61">
            <a:extLst>
              <a:ext uri="{FF2B5EF4-FFF2-40B4-BE49-F238E27FC236}">
                <a16:creationId xmlns:a16="http://schemas.microsoft.com/office/drawing/2014/main" id="{8F505C0E-23A2-4C81-BE50-21975155BC9D}"/>
              </a:ext>
            </a:extLst>
          </p:cNvPr>
          <p:cNvSpPr/>
          <p:nvPr/>
        </p:nvSpPr>
        <p:spPr>
          <a:xfrm>
            <a:off x="425974" y="5068577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E51628-CEDA-42C4-8FB9-231BE9E856E2}"/>
              </a:ext>
            </a:extLst>
          </p:cNvPr>
          <p:cNvSpPr txBox="1"/>
          <p:nvPr/>
        </p:nvSpPr>
        <p:spPr>
          <a:xfrm>
            <a:off x="1360465" y="2471819"/>
            <a:ext cx="174947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  <a:lvl2pPr marL="0" lvl="1" algn="ctr"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2pPr>
          </a:lstStyle>
          <a:p>
            <a:pPr lvl="1"/>
            <a:r>
              <a:rPr lang="ko-KR" altLang="en-US" sz="2400" dirty="0">
                <a:effectLst/>
              </a:rPr>
              <a:t>담임교사</a:t>
            </a:r>
            <a:endParaRPr lang="en-US" altLang="ko-KR" sz="2400" dirty="0">
              <a:effectLst/>
            </a:endParaRP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F51658B4-6F55-4308-9FE9-B729E9EFF18C}"/>
              </a:ext>
            </a:extLst>
          </p:cNvPr>
          <p:cNvSpPr/>
          <p:nvPr/>
        </p:nvSpPr>
        <p:spPr>
          <a:xfrm>
            <a:off x="4232212" y="2353027"/>
            <a:ext cx="3727577" cy="643832"/>
          </a:xfrm>
          <a:custGeom>
            <a:avLst/>
            <a:gdLst>
              <a:gd name="connsiteX0" fmla="*/ 285219 w 3727577"/>
              <a:gd name="connsiteY0" fmla="*/ 0 h 643832"/>
              <a:gd name="connsiteX1" fmla="*/ 3442358 w 3727577"/>
              <a:gd name="connsiteY1" fmla="*/ 0 h 643832"/>
              <a:gd name="connsiteX2" fmla="*/ 3727577 w 3727577"/>
              <a:gd name="connsiteY2" fmla="*/ 285219 h 643832"/>
              <a:gd name="connsiteX3" fmla="*/ 3727577 w 3727577"/>
              <a:gd name="connsiteY3" fmla="*/ 315875 h 643832"/>
              <a:gd name="connsiteX4" fmla="*/ 3727577 w 3727577"/>
              <a:gd name="connsiteY4" fmla="*/ 355075 h 643832"/>
              <a:gd name="connsiteX5" fmla="*/ 3727577 w 3727577"/>
              <a:gd name="connsiteY5" fmla="*/ 643832 h 643832"/>
              <a:gd name="connsiteX6" fmla="*/ 0 w 3727577"/>
              <a:gd name="connsiteY6" fmla="*/ 643832 h 643832"/>
              <a:gd name="connsiteX7" fmla="*/ 0 w 3727577"/>
              <a:gd name="connsiteY7" fmla="*/ 355075 h 643832"/>
              <a:gd name="connsiteX8" fmla="*/ 0 w 3727577"/>
              <a:gd name="connsiteY8" fmla="*/ 315875 h 643832"/>
              <a:gd name="connsiteX9" fmla="*/ 0 w 3727577"/>
              <a:gd name="connsiteY9" fmla="*/ 285219 h 643832"/>
              <a:gd name="connsiteX10" fmla="*/ 285219 w 3727577"/>
              <a:gd name="connsiteY10" fmla="*/ 0 h 64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27577" h="643832">
                <a:moveTo>
                  <a:pt x="285219" y="0"/>
                </a:moveTo>
                <a:lnTo>
                  <a:pt x="3442358" y="0"/>
                </a:lnTo>
                <a:cubicBezTo>
                  <a:pt x="3599880" y="0"/>
                  <a:pt x="3727577" y="127697"/>
                  <a:pt x="3727577" y="285219"/>
                </a:cubicBezTo>
                <a:lnTo>
                  <a:pt x="3727577" y="315875"/>
                </a:lnTo>
                <a:lnTo>
                  <a:pt x="3727577" y="355075"/>
                </a:lnTo>
                <a:lnTo>
                  <a:pt x="3727577" y="643832"/>
                </a:lnTo>
                <a:lnTo>
                  <a:pt x="0" y="643832"/>
                </a:lnTo>
                <a:lnTo>
                  <a:pt x="0" y="355075"/>
                </a:lnTo>
                <a:lnTo>
                  <a:pt x="0" y="315875"/>
                </a:lnTo>
                <a:lnTo>
                  <a:pt x="0" y="285219"/>
                </a:lnTo>
                <a:cubicBezTo>
                  <a:pt x="0" y="127697"/>
                  <a:pt x="127697" y="0"/>
                  <a:pt x="285219" y="0"/>
                </a:cubicBezTo>
                <a:close/>
              </a:path>
            </a:pathLst>
          </a:custGeom>
          <a:solidFill>
            <a:srgbClr val="A9C14F"/>
          </a:solidFill>
          <a:ln w="12700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856CC2E-890D-4420-BBA5-64D69A6A4390}"/>
              </a:ext>
            </a:extLst>
          </p:cNvPr>
          <p:cNvSpPr/>
          <p:nvPr/>
        </p:nvSpPr>
        <p:spPr>
          <a:xfrm>
            <a:off x="4232212" y="2998902"/>
            <a:ext cx="3727577" cy="26421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sz="2000" b="0" i="0" u="none" strike="noStrike" kern="1200" cap="none" spc="0" normalizeH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23C745-EF44-45B0-ADFC-EE282308A6F8}"/>
              </a:ext>
            </a:extLst>
          </p:cNvPr>
          <p:cNvSpPr txBox="1"/>
          <p:nvPr/>
        </p:nvSpPr>
        <p:spPr>
          <a:xfrm>
            <a:off x="4662244" y="3904932"/>
            <a:ext cx="3000376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상담선생님과 신뢰 관계 형성</a:t>
            </a:r>
            <a:endParaRPr lang="en-US" altLang="ko-KR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4" name="화살표: 갈매기형 수장 63">
            <a:extLst>
              <a:ext uri="{FF2B5EF4-FFF2-40B4-BE49-F238E27FC236}">
                <a16:creationId xmlns:a16="http://schemas.microsoft.com/office/drawing/2014/main" id="{02DECA05-CBC8-4DFC-9A4E-48303D6A1879}"/>
              </a:ext>
            </a:extLst>
          </p:cNvPr>
          <p:cNvSpPr/>
          <p:nvPr/>
        </p:nvSpPr>
        <p:spPr>
          <a:xfrm>
            <a:off x="4286774" y="3904930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D9AD0B-37C6-4A7A-9BF3-BF84C240805F}"/>
              </a:ext>
            </a:extLst>
          </p:cNvPr>
          <p:cNvSpPr txBox="1"/>
          <p:nvPr/>
        </p:nvSpPr>
        <p:spPr>
          <a:xfrm>
            <a:off x="4662244" y="4483639"/>
            <a:ext cx="3000376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비밀 보장 협조</a:t>
            </a:r>
          </a:p>
        </p:txBody>
      </p:sp>
      <p:sp>
        <p:nvSpPr>
          <p:cNvPr id="70" name="화살표: 갈매기형 수장 69">
            <a:extLst>
              <a:ext uri="{FF2B5EF4-FFF2-40B4-BE49-F238E27FC236}">
                <a16:creationId xmlns:a16="http://schemas.microsoft.com/office/drawing/2014/main" id="{794A1216-4D9B-4AE1-9F4F-3ED461CD623B}"/>
              </a:ext>
            </a:extLst>
          </p:cNvPr>
          <p:cNvSpPr/>
          <p:nvPr/>
        </p:nvSpPr>
        <p:spPr>
          <a:xfrm>
            <a:off x="4286774" y="4479438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B9357DF-790B-44C1-A4BD-84A88CCCD449}"/>
              </a:ext>
            </a:extLst>
          </p:cNvPr>
          <p:cNvSpPr txBox="1"/>
          <p:nvPr/>
        </p:nvSpPr>
        <p:spPr>
          <a:xfrm>
            <a:off x="5221265" y="2471819"/>
            <a:ext cx="174947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  <a:lvl2pPr marL="0" lvl="1" algn="ctr"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2pPr>
          </a:lstStyle>
          <a:p>
            <a:pPr lvl="1"/>
            <a:r>
              <a:rPr lang="ko-KR" altLang="en-US" sz="2400" dirty="0">
                <a:effectLst/>
              </a:rPr>
              <a:t>학부모</a:t>
            </a:r>
            <a:endParaRPr lang="en-US" altLang="ko-KR" sz="2400" dirty="0">
              <a:effectLst/>
            </a:endParaRPr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FA9DA7CF-4B04-4F88-B117-EA1BE2EDF46B}"/>
              </a:ext>
            </a:extLst>
          </p:cNvPr>
          <p:cNvSpPr/>
          <p:nvPr/>
        </p:nvSpPr>
        <p:spPr>
          <a:xfrm>
            <a:off x="8093012" y="2353027"/>
            <a:ext cx="3727577" cy="643832"/>
          </a:xfrm>
          <a:custGeom>
            <a:avLst/>
            <a:gdLst>
              <a:gd name="connsiteX0" fmla="*/ 285219 w 3727577"/>
              <a:gd name="connsiteY0" fmla="*/ 0 h 643832"/>
              <a:gd name="connsiteX1" fmla="*/ 3442358 w 3727577"/>
              <a:gd name="connsiteY1" fmla="*/ 0 h 643832"/>
              <a:gd name="connsiteX2" fmla="*/ 3727577 w 3727577"/>
              <a:gd name="connsiteY2" fmla="*/ 285219 h 643832"/>
              <a:gd name="connsiteX3" fmla="*/ 3727577 w 3727577"/>
              <a:gd name="connsiteY3" fmla="*/ 315875 h 643832"/>
              <a:gd name="connsiteX4" fmla="*/ 3727577 w 3727577"/>
              <a:gd name="connsiteY4" fmla="*/ 355075 h 643832"/>
              <a:gd name="connsiteX5" fmla="*/ 3727577 w 3727577"/>
              <a:gd name="connsiteY5" fmla="*/ 643832 h 643832"/>
              <a:gd name="connsiteX6" fmla="*/ 0 w 3727577"/>
              <a:gd name="connsiteY6" fmla="*/ 643832 h 643832"/>
              <a:gd name="connsiteX7" fmla="*/ 0 w 3727577"/>
              <a:gd name="connsiteY7" fmla="*/ 355075 h 643832"/>
              <a:gd name="connsiteX8" fmla="*/ 0 w 3727577"/>
              <a:gd name="connsiteY8" fmla="*/ 315875 h 643832"/>
              <a:gd name="connsiteX9" fmla="*/ 0 w 3727577"/>
              <a:gd name="connsiteY9" fmla="*/ 285219 h 643832"/>
              <a:gd name="connsiteX10" fmla="*/ 285219 w 3727577"/>
              <a:gd name="connsiteY10" fmla="*/ 0 h 64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27577" h="643832">
                <a:moveTo>
                  <a:pt x="285219" y="0"/>
                </a:moveTo>
                <a:lnTo>
                  <a:pt x="3442358" y="0"/>
                </a:lnTo>
                <a:cubicBezTo>
                  <a:pt x="3599880" y="0"/>
                  <a:pt x="3727577" y="127697"/>
                  <a:pt x="3727577" y="285219"/>
                </a:cubicBezTo>
                <a:lnTo>
                  <a:pt x="3727577" y="315875"/>
                </a:lnTo>
                <a:lnTo>
                  <a:pt x="3727577" y="355075"/>
                </a:lnTo>
                <a:lnTo>
                  <a:pt x="3727577" y="643832"/>
                </a:lnTo>
                <a:lnTo>
                  <a:pt x="0" y="643832"/>
                </a:lnTo>
                <a:lnTo>
                  <a:pt x="0" y="355075"/>
                </a:lnTo>
                <a:lnTo>
                  <a:pt x="0" y="315875"/>
                </a:lnTo>
                <a:lnTo>
                  <a:pt x="0" y="285219"/>
                </a:lnTo>
                <a:cubicBezTo>
                  <a:pt x="0" y="127697"/>
                  <a:pt x="127697" y="0"/>
                  <a:pt x="285219" y="0"/>
                </a:cubicBezTo>
                <a:close/>
              </a:path>
            </a:pathLst>
          </a:custGeom>
          <a:solidFill>
            <a:srgbClr val="A9C14F"/>
          </a:solidFill>
          <a:ln w="12700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E499456-8046-4CE7-BB7B-629FA32E499C}"/>
              </a:ext>
            </a:extLst>
          </p:cNvPr>
          <p:cNvSpPr/>
          <p:nvPr/>
        </p:nvSpPr>
        <p:spPr>
          <a:xfrm>
            <a:off x="8093012" y="2998902"/>
            <a:ext cx="3727577" cy="26421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 algn="ctr">
            <a:solidFill>
              <a:srgbClr val="A9C14F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sz="2000" b="0" i="0" u="none" strike="noStrike" kern="1200" cap="none" spc="0" normalizeH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6371093-4625-4E9A-893E-682FCDD4307D}"/>
              </a:ext>
            </a:extLst>
          </p:cNvPr>
          <p:cNvSpPr txBox="1"/>
          <p:nvPr/>
        </p:nvSpPr>
        <p:spPr>
          <a:xfrm>
            <a:off x="8523044" y="3904932"/>
            <a:ext cx="3429464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담임</a:t>
            </a:r>
            <a:r>
              <a:rPr lang="en-US" altLang="ko-KR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교과</a:t>
            </a:r>
            <a:r>
              <a:rPr lang="en-US" altLang="ko-KR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선생님에게 사전 확인 받기</a:t>
            </a:r>
            <a:endParaRPr lang="en-US" altLang="ko-KR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0" name="화살표: 갈매기형 수장 89">
            <a:extLst>
              <a:ext uri="{FF2B5EF4-FFF2-40B4-BE49-F238E27FC236}">
                <a16:creationId xmlns:a16="http://schemas.microsoft.com/office/drawing/2014/main" id="{E4407256-CC72-42FD-9C5B-7F30F3F8E6EA}"/>
              </a:ext>
            </a:extLst>
          </p:cNvPr>
          <p:cNvSpPr/>
          <p:nvPr/>
        </p:nvSpPr>
        <p:spPr>
          <a:xfrm>
            <a:off x="8147574" y="3904930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E2B0D43-3CC2-4AB6-8422-74421A20CA9A}"/>
              </a:ext>
            </a:extLst>
          </p:cNvPr>
          <p:cNvSpPr txBox="1"/>
          <p:nvPr/>
        </p:nvSpPr>
        <p:spPr>
          <a:xfrm>
            <a:off x="8523044" y="4483639"/>
            <a:ext cx="3000376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R="165100" lvl="0" indent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1" b="0" i="0" u="none" strike="noStrike" cap="none" spc="-70" normalizeH="0" baseline="0">
                <a:ln w="9525">
                  <a:solidFill>
                    <a:srgbClr val="4472C4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/>
                <a:ea typeface="굴림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상담 시간 준수</a:t>
            </a:r>
          </a:p>
        </p:txBody>
      </p:sp>
      <p:sp>
        <p:nvSpPr>
          <p:cNvPr id="92" name="화살표: 갈매기형 수장 91">
            <a:extLst>
              <a:ext uri="{FF2B5EF4-FFF2-40B4-BE49-F238E27FC236}">
                <a16:creationId xmlns:a16="http://schemas.microsoft.com/office/drawing/2014/main" id="{2350533A-B59E-4DDA-981A-A496DE134F87}"/>
              </a:ext>
            </a:extLst>
          </p:cNvPr>
          <p:cNvSpPr/>
          <p:nvPr/>
        </p:nvSpPr>
        <p:spPr>
          <a:xfrm>
            <a:off x="8147574" y="4479438"/>
            <a:ext cx="340429" cy="340429"/>
          </a:xfrm>
          <a:prstGeom prst="chevron">
            <a:avLst>
              <a:gd name="adj" fmla="val 49999"/>
            </a:avLst>
          </a:prstGeom>
          <a:gradFill>
            <a:gsLst>
              <a:gs pos="0">
                <a:srgbClr val="F36821"/>
              </a:gs>
              <a:gs pos="100000">
                <a:srgbClr val="A9C14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ea typeface="Noto Sans CJK KR Medium" pitchFamily="34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7561CC-868A-4DD4-B248-FD6BE24CAE95}"/>
              </a:ext>
            </a:extLst>
          </p:cNvPr>
          <p:cNvSpPr txBox="1"/>
          <p:nvPr/>
        </p:nvSpPr>
        <p:spPr>
          <a:xfrm>
            <a:off x="9082065" y="2471819"/>
            <a:ext cx="174947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  <a:lvl2pPr marL="0" lvl="1" algn="ctr"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2pPr>
          </a:lstStyle>
          <a:p>
            <a:pPr lvl="1"/>
            <a:r>
              <a:rPr lang="ko-KR" altLang="en-US" sz="2400" dirty="0">
                <a:effectLst/>
              </a:rPr>
              <a:t>학생</a:t>
            </a:r>
            <a:endParaRPr lang="en-US" altLang="ko-K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6961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이등변 삼각형 41">
            <a:extLst>
              <a:ext uri="{FF2B5EF4-FFF2-40B4-BE49-F238E27FC236}">
                <a16:creationId xmlns:a16="http://schemas.microsoft.com/office/drawing/2014/main" id="{C38F6B11-AA87-4BD2-AADB-970A58099F21}"/>
              </a:ext>
            </a:extLst>
          </p:cNvPr>
          <p:cNvSpPr/>
          <p:nvPr/>
        </p:nvSpPr>
        <p:spPr>
          <a:xfrm flipV="1">
            <a:off x="-16573" y="-10714"/>
            <a:ext cx="12013588" cy="4152760"/>
          </a:xfrm>
          <a:custGeom>
            <a:avLst/>
            <a:gdLst>
              <a:gd name="connsiteX0" fmla="*/ 0 w 9177146"/>
              <a:gd name="connsiteY0" fmla="*/ 2712222 h 2712222"/>
              <a:gd name="connsiteX1" fmla="*/ 4588573 w 9177146"/>
              <a:gd name="connsiteY1" fmla="*/ 0 h 2712222"/>
              <a:gd name="connsiteX2" fmla="*/ 9177146 w 9177146"/>
              <a:gd name="connsiteY2" fmla="*/ 2712222 h 2712222"/>
              <a:gd name="connsiteX3" fmla="*/ 0 w 9177146"/>
              <a:gd name="connsiteY3" fmla="*/ 2712222 h 2712222"/>
              <a:gd name="connsiteX0" fmla="*/ 8827 w 9185973"/>
              <a:gd name="connsiteY0" fmla="*/ 2737622 h 2737622"/>
              <a:gd name="connsiteX1" fmla="*/ 0 w 9185973"/>
              <a:gd name="connsiteY1" fmla="*/ 0 h 2737622"/>
              <a:gd name="connsiteX2" fmla="*/ 9185973 w 9185973"/>
              <a:gd name="connsiteY2" fmla="*/ 2737622 h 2737622"/>
              <a:gd name="connsiteX3" fmla="*/ 8827 w 9185973"/>
              <a:gd name="connsiteY3" fmla="*/ 2737622 h 27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85973" h="2737622">
                <a:moveTo>
                  <a:pt x="8827" y="2737622"/>
                </a:moveTo>
                <a:cubicBezTo>
                  <a:pt x="5885" y="1825081"/>
                  <a:pt x="2942" y="912541"/>
                  <a:pt x="0" y="0"/>
                </a:cubicBezTo>
                <a:lnTo>
                  <a:pt x="9185973" y="2737622"/>
                </a:lnTo>
                <a:lnTo>
                  <a:pt x="8827" y="2737622"/>
                </a:lnTo>
                <a:close/>
              </a:path>
            </a:pathLst>
          </a:custGeom>
          <a:pattFill prst="wdDnDiag">
            <a:fgClr>
              <a:srgbClr val="FFD13F"/>
            </a:fgClr>
            <a:bgClr>
              <a:srgbClr val="FFE18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6602009F-0AB8-4E1B-89C2-52BA6D57E116}"/>
              </a:ext>
            </a:extLst>
          </p:cNvPr>
          <p:cNvSpPr/>
          <p:nvPr/>
        </p:nvSpPr>
        <p:spPr>
          <a:xfrm flipH="1">
            <a:off x="4278751" y="4120378"/>
            <a:ext cx="7919712" cy="2737622"/>
          </a:xfrm>
          <a:custGeom>
            <a:avLst/>
            <a:gdLst>
              <a:gd name="connsiteX0" fmla="*/ 0 w 9177146"/>
              <a:gd name="connsiteY0" fmla="*/ 2712222 h 2712222"/>
              <a:gd name="connsiteX1" fmla="*/ 4588573 w 9177146"/>
              <a:gd name="connsiteY1" fmla="*/ 0 h 2712222"/>
              <a:gd name="connsiteX2" fmla="*/ 9177146 w 9177146"/>
              <a:gd name="connsiteY2" fmla="*/ 2712222 h 2712222"/>
              <a:gd name="connsiteX3" fmla="*/ 0 w 9177146"/>
              <a:gd name="connsiteY3" fmla="*/ 2712222 h 2712222"/>
              <a:gd name="connsiteX0" fmla="*/ 8827 w 9185973"/>
              <a:gd name="connsiteY0" fmla="*/ 2737622 h 2737622"/>
              <a:gd name="connsiteX1" fmla="*/ 0 w 9185973"/>
              <a:gd name="connsiteY1" fmla="*/ 0 h 2737622"/>
              <a:gd name="connsiteX2" fmla="*/ 9185973 w 9185973"/>
              <a:gd name="connsiteY2" fmla="*/ 2737622 h 2737622"/>
              <a:gd name="connsiteX3" fmla="*/ 8827 w 9185973"/>
              <a:gd name="connsiteY3" fmla="*/ 2737622 h 27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85973" h="2737622">
                <a:moveTo>
                  <a:pt x="8827" y="2737622"/>
                </a:moveTo>
                <a:cubicBezTo>
                  <a:pt x="5885" y="1825081"/>
                  <a:pt x="2942" y="912541"/>
                  <a:pt x="0" y="0"/>
                </a:cubicBezTo>
                <a:lnTo>
                  <a:pt x="9185973" y="2737622"/>
                </a:lnTo>
                <a:lnTo>
                  <a:pt x="8827" y="2737622"/>
                </a:lnTo>
                <a:close/>
              </a:path>
            </a:pathLst>
          </a:custGeom>
          <a:solidFill>
            <a:srgbClr val="A9C14F"/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FF11A0EC-ABAC-482F-AFE0-42B801B36096}"/>
              </a:ext>
            </a:extLst>
          </p:cNvPr>
          <p:cNvSpPr/>
          <p:nvPr/>
        </p:nvSpPr>
        <p:spPr>
          <a:xfrm flipH="1">
            <a:off x="4276137" y="6707678"/>
            <a:ext cx="7926114" cy="155625"/>
          </a:xfrm>
          <a:custGeom>
            <a:avLst/>
            <a:gdLst>
              <a:gd name="connsiteX0" fmla="*/ 0 w 10992102"/>
              <a:gd name="connsiteY0" fmla="*/ 0 h 155625"/>
              <a:gd name="connsiteX1" fmla="*/ 10366670 w 10992102"/>
              <a:gd name="connsiteY1" fmla="*/ 0 h 155625"/>
              <a:gd name="connsiteX2" fmla="*/ 10992102 w 10992102"/>
              <a:gd name="connsiteY2" fmla="*/ 155625 h 155625"/>
              <a:gd name="connsiteX3" fmla="*/ 601 w 10992102"/>
              <a:gd name="connsiteY3" fmla="*/ 155625 h 15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2102" h="155625">
                <a:moveTo>
                  <a:pt x="0" y="0"/>
                </a:moveTo>
                <a:lnTo>
                  <a:pt x="10366670" y="0"/>
                </a:lnTo>
                <a:lnTo>
                  <a:pt x="10992102" y="155625"/>
                </a:lnTo>
                <a:lnTo>
                  <a:pt x="601" y="155625"/>
                </a:lnTo>
                <a:close/>
              </a:path>
            </a:pathLst>
          </a:custGeom>
          <a:solidFill>
            <a:srgbClr val="788B31"/>
          </a:solidFill>
          <a:ln w="12700" cap="flat" cmpd="sng" algn="ctr">
            <a:noFill/>
            <a:prstDash val="solid"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36004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D6B6510-E86C-4D78-899E-BAAAE0DCE491}"/>
              </a:ext>
            </a:extLst>
          </p:cNvPr>
          <p:cNvGrpSpPr/>
          <p:nvPr/>
        </p:nvGrpSpPr>
        <p:grpSpPr>
          <a:xfrm>
            <a:off x="7395313" y="5469733"/>
            <a:ext cx="3355237" cy="1242584"/>
            <a:chOff x="2106641" y="5571850"/>
            <a:chExt cx="3472873" cy="12861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F4C68E3-FB93-4E93-B183-821FB5785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858" r="17172"/>
            <a:stretch/>
          </p:blipFill>
          <p:spPr>
            <a:xfrm>
              <a:off x="3261187" y="5571850"/>
              <a:ext cx="1348509" cy="12861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8159E04-F8C9-450D-A78B-B27FC27493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67" r="-4637"/>
            <a:stretch/>
          </p:blipFill>
          <p:spPr>
            <a:xfrm>
              <a:off x="4231005" y="5571850"/>
              <a:ext cx="1348509" cy="128615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6F3BF86-BBFE-4224-9B3F-DD64673718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66" r="61864"/>
            <a:stretch/>
          </p:blipFill>
          <p:spPr>
            <a:xfrm>
              <a:off x="2106641" y="5571850"/>
              <a:ext cx="1348509" cy="1286150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A728BDE6-3513-4788-A6C0-92D0C7B6A7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7" b="89738" l="1142" r="97146">
                        <a14:foregroundMark x1="685" y1="52838" x2="18950" y2="60699"/>
                        <a14:foregroundMark x1="18950" y1="60699" x2="7078" y2="56114"/>
                        <a14:foregroundMark x1="3196" y1="55677" x2="1142" y2="53275"/>
                        <a14:foregroundMark x1="9932" y1="57424" x2="29224" y2="68559"/>
                        <a14:foregroundMark x1="29224" y1="68559" x2="39384" y2="69869"/>
                        <a14:foregroundMark x1="39384" y1="69869" x2="57763" y2="81004"/>
                        <a14:foregroundMark x1="57763" y1="81004" x2="92694" y2="65066"/>
                        <a14:foregroundMark x1="92694" y1="65066" x2="90525" y2="56987"/>
                        <a14:foregroundMark x1="97374" y1="59607" x2="97374" y2="63755"/>
                        <a14:foregroundMark x1="44635" y1="8515" x2="36872" y2="3930"/>
                        <a14:foregroundMark x1="37557" y1="8079" x2="37100" y2="437"/>
                        <a14:foregroundMark x1="40639" y1="5459" x2="39269" y2="4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71"/>
          <a:stretch/>
        </p:blipFill>
        <p:spPr>
          <a:xfrm>
            <a:off x="-16572" y="2678152"/>
            <a:ext cx="4005974" cy="2357839"/>
          </a:xfrm>
          <a:prstGeom prst="rect">
            <a:avLst/>
          </a:prstGeom>
        </p:spPr>
      </p:pic>
      <p:grpSp>
        <p:nvGrpSpPr>
          <p:cNvPr id="86" name="그룹 85">
            <a:extLst>
              <a:ext uri="{FF2B5EF4-FFF2-40B4-BE49-F238E27FC236}">
                <a16:creationId xmlns:a16="http://schemas.microsoft.com/office/drawing/2014/main" id="{1C2B7979-4893-45AD-A2A6-71A4A8C9AD23}"/>
              </a:ext>
            </a:extLst>
          </p:cNvPr>
          <p:cNvGrpSpPr/>
          <p:nvPr/>
        </p:nvGrpSpPr>
        <p:grpSpPr>
          <a:xfrm>
            <a:off x="345985" y="1267993"/>
            <a:ext cx="1875782" cy="1364313"/>
            <a:chOff x="48003" y="523267"/>
            <a:chExt cx="3147708" cy="2289423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6087ED1-453F-4F48-9EDA-1CBFA34089EF}"/>
                </a:ext>
              </a:extLst>
            </p:cNvPr>
            <p:cNvGrpSpPr/>
            <p:nvPr/>
          </p:nvGrpSpPr>
          <p:grpSpPr>
            <a:xfrm>
              <a:off x="488163" y="1411339"/>
              <a:ext cx="402787" cy="402787"/>
              <a:chOff x="5127765" y="2358177"/>
              <a:chExt cx="865200" cy="865200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BC492BEE-1C97-4EC7-BF8E-EE97D0915EF8}"/>
                  </a:ext>
                </a:extLst>
              </p:cNvPr>
              <p:cNvSpPr/>
              <p:nvPr/>
            </p:nvSpPr>
            <p:spPr>
              <a:xfrm>
                <a:off x="5127765" y="2358177"/>
                <a:ext cx="865200" cy="865200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A138E24E-B782-4637-AAFF-B492F34FC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72759" y="2403172"/>
                <a:ext cx="775218" cy="775218"/>
              </a:xfrm>
              <a:prstGeom prst="rect">
                <a:avLst/>
              </a:prstGeom>
            </p:spPr>
          </p:pic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E2F1FC2-229F-4EBE-B7FE-4B195B003716}"/>
                </a:ext>
              </a:extLst>
            </p:cNvPr>
            <p:cNvGrpSpPr/>
            <p:nvPr/>
          </p:nvGrpSpPr>
          <p:grpSpPr>
            <a:xfrm>
              <a:off x="2328891" y="653473"/>
              <a:ext cx="380589" cy="380589"/>
              <a:chOff x="4121992" y="1948392"/>
              <a:chExt cx="865200" cy="865201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6C040F8E-3E8B-4C9E-92C4-31535BDF6C04}"/>
                  </a:ext>
                </a:extLst>
              </p:cNvPr>
              <p:cNvSpPr/>
              <p:nvPr/>
            </p:nvSpPr>
            <p:spPr>
              <a:xfrm>
                <a:off x="4121992" y="1948392"/>
                <a:ext cx="865200" cy="865201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310292F2-7BE5-44AC-80BC-C6D01D736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08525" y="2050103"/>
                <a:ext cx="680400" cy="680398"/>
              </a:xfrm>
              <a:prstGeom prst="rect">
                <a:avLst/>
              </a:prstGeom>
            </p:spPr>
          </p:pic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5D0A9B0C-9F40-4CBA-961D-242D01437D6B}"/>
                </a:ext>
              </a:extLst>
            </p:cNvPr>
            <p:cNvGrpSpPr/>
            <p:nvPr/>
          </p:nvGrpSpPr>
          <p:grpSpPr>
            <a:xfrm>
              <a:off x="2704747" y="1420468"/>
              <a:ext cx="490964" cy="490964"/>
              <a:chOff x="5093534" y="1948390"/>
              <a:chExt cx="865200" cy="865200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A153F77-D940-46B2-88FD-E031AA46C8F4}"/>
                  </a:ext>
                </a:extLst>
              </p:cNvPr>
              <p:cNvSpPr/>
              <p:nvPr/>
            </p:nvSpPr>
            <p:spPr>
              <a:xfrm>
                <a:off x="5093534" y="1948390"/>
                <a:ext cx="865200" cy="865200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marL="36004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kumimoji="0" lang="en-US" b="0" i="0" u="none" strike="noStrike" kern="1200" cap="none" spc="0" normalizeH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endParaRPr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1F827451-1ED0-4AEA-87C0-B1D3CC5EC6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08220" y="2063079"/>
                <a:ext cx="712026" cy="712026"/>
              </a:xfrm>
              <a:prstGeom prst="rect">
                <a:avLst/>
              </a:prstGeom>
            </p:spPr>
          </p:pic>
        </p:grp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3875E3F9-E2D3-4A32-9F92-D912B8C6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089" y="1285131"/>
              <a:ext cx="333520" cy="333520"/>
            </a:xfrm>
            <a:prstGeom prst="rect">
              <a:avLst/>
            </a:prstGeom>
          </p:spPr>
        </p:pic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19130B98-C581-4FA3-8C16-0101567C9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808" y="2492600"/>
              <a:ext cx="320090" cy="320090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C436DFC8-7A56-4562-9263-961B11A47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282" y="545460"/>
              <a:ext cx="380589" cy="380589"/>
            </a:xfrm>
            <a:prstGeom prst="rect">
              <a:avLst/>
            </a:prstGeom>
          </p:spPr>
        </p:pic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707CB60-FE5E-466B-9A13-A4D87989B887}"/>
                </a:ext>
              </a:extLst>
            </p:cNvPr>
            <p:cNvSpPr/>
            <p:nvPr/>
          </p:nvSpPr>
          <p:spPr>
            <a:xfrm>
              <a:off x="1145282" y="1832302"/>
              <a:ext cx="324313" cy="324313"/>
            </a:xfrm>
            <a:prstGeom prst="ellipse">
              <a:avLst/>
            </a:prstGeom>
            <a:solidFill>
              <a:srgbClr val="FFC000">
                <a:alpha val="4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D8321407-9D5D-4EA8-968B-FF258C0BEA3B}"/>
                </a:ext>
              </a:extLst>
            </p:cNvPr>
            <p:cNvSpPr/>
            <p:nvPr/>
          </p:nvSpPr>
          <p:spPr>
            <a:xfrm>
              <a:off x="48003" y="2034434"/>
              <a:ext cx="259882" cy="259882"/>
            </a:xfrm>
            <a:prstGeom prst="ellipse">
              <a:avLst/>
            </a:prstGeom>
            <a:solidFill>
              <a:srgbClr val="FFC000">
                <a:alpha val="5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29C3574-A602-4E3A-B012-BB94E644FBBE}"/>
                </a:ext>
              </a:extLst>
            </p:cNvPr>
            <p:cNvSpPr/>
            <p:nvPr/>
          </p:nvSpPr>
          <p:spPr>
            <a:xfrm>
              <a:off x="307884" y="706147"/>
              <a:ext cx="241655" cy="241655"/>
            </a:xfrm>
            <a:prstGeom prst="ellipse">
              <a:avLst/>
            </a:prstGeom>
            <a:solidFill>
              <a:srgbClr val="FFC000">
                <a:alpha val="4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AB7D0995-C92E-4DA7-98A4-6BDF4872EEFF}"/>
                </a:ext>
              </a:extLst>
            </p:cNvPr>
            <p:cNvSpPr/>
            <p:nvPr/>
          </p:nvSpPr>
          <p:spPr>
            <a:xfrm>
              <a:off x="1876802" y="523267"/>
              <a:ext cx="229059" cy="229059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31BBDB06-B5F1-444F-BF2E-D2FF54A5CCEA}"/>
                </a:ext>
              </a:extLst>
            </p:cNvPr>
            <p:cNvSpPr/>
            <p:nvPr/>
          </p:nvSpPr>
          <p:spPr>
            <a:xfrm>
              <a:off x="2512069" y="2101810"/>
              <a:ext cx="229197" cy="229197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36004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kumimoji="0" lang="en-US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BABFC5-7505-47AC-9DCF-B04C9C7907F7}"/>
              </a:ext>
            </a:extLst>
          </p:cNvPr>
          <p:cNvGrpSpPr/>
          <p:nvPr/>
        </p:nvGrpSpPr>
        <p:grpSpPr>
          <a:xfrm>
            <a:off x="4183341" y="2582640"/>
            <a:ext cx="3825318" cy="1757918"/>
            <a:chOff x="4133851" y="2586461"/>
            <a:chExt cx="3825318" cy="1757918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AA44290-2A2A-4B28-95E7-009C9C7FAB85}"/>
                </a:ext>
              </a:extLst>
            </p:cNvPr>
            <p:cNvSpPr txBox="1"/>
            <p:nvPr/>
          </p:nvSpPr>
          <p:spPr>
            <a:xfrm>
              <a:off x="4170753" y="2586461"/>
              <a:ext cx="3751512" cy="1685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altLang="ko-KR" sz="3600" spc="-300" dirty="0">
                  <a:solidFill>
                    <a:srgbClr val="FFD13F"/>
                  </a:solidFill>
                  <a:latin typeface="+mj-ea"/>
                  <a:ea typeface="+mj-ea"/>
                </a:rPr>
                <a:t>Thank you</a:t>
              </a:r>
              <a:endParaRPr lang="ko-KR" altLang="en-US" sz="3600" spc="-300" dirty="0">
                <a:solidFill>
                  <a:srgbClr val="FFD13F"/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50000"/>
                </a:lnSpc>
                <a:defRPr/>
              </a:pPr>
              <a:endParaRPr lang="en-US" altLang="ko-KR" sz="3600" spc="-3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9E12E33-E7EB-4012-A94A-B1BD490E4252}"/>
                </a:ext>
              </a:extLst>
            </p:cNvPr>
            <p:cNvSpPr txBox="1"/>
            <p:nvPr/>
          </p:nvSpPr>
          <p:spPr>
            <a:xfrm>
              <a:off x="4133851" y="3109426"/>
              <a:ext cx="3825318" cy="1234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5400" spc="-300" dirty="0">
                  <a:latin typeface="+mj-ea"/>
                  <a:ea typeface="+mj-ea"/>
                </a:rPr>
                <a:t>감사합니다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630704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">
      <a:majorFont>
        <a:latin typeface="KoPubWorld돋움체 Bold"/>
        <a:ea typeface="KoPubWorld돋움체 Bold"/>
        <a:cs typeface=""/>
      </a:majorFont>
      <a:minorFont>
        <a:latin typeface="KoPubWorld돋움체 Light"/>
        <a:ea typeface="KoPubWorld돋움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 w="12700" cap="flat" cmpd="sng" algn="ctr">
          <a:noFill/>
          <a:prstDash val="solid"/>
          <a:miter/>
        </a:ln>
      </a:spPr>
      <a:bodyPr vert="horz" wrap="square" lIns="91440" tIns="45720" rIns="91440" bIns="45720" anchor="ctr"/>
      <a:lstStyle>
        <a:defPPr marL="36004" indent="0" algn="ctr" defTabSz="914400" rtl="0" eaLnBrk="1" latinLnBrk="1" hangingPunct="1">
          <a:lnSpc>
            <a:spcPct val="100000"/>
          </a:lnSpc>
          <a:spcBef>
            <a:spcPts val="0"/>
          </a:spcBef>
          <a:spcAft>
            <a:spcPts val="0"/>
          </a:spcAft>
          <a:buNone/>
          <a:defRPr kumimoji="0" b="0" i="0" u="none" strike="noStrike" kern="1200" cap="none" spc="0" normalizeH="0" baseline="0" dirty="0">
            <a:solidFill>
              <a:schemeClr val="tx1">
                <a:lumMod val="85000"/>
                <a:lumOff val="15000"/>
              </a:schemeClr>
            </a:solidFill>
            <a:latin typeface="에스코어 드림 3 Light"/>
            <a:ea typeface="에스코어 드림 3 Light"/>
          </a:defRPr>
        </a:defPPr>
      </a:lst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610</ep:Words>
  <ep:PresentationFormat>와이드스크린</ep:PresentationFormat>
  <ep:Paragraphs>125</ep:Paragraphs>
  <ep:Slides>22</ep:Slides>
  <ep:Notes>20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ep:HeadingPairs>
  <ep:TitlesOfParts>
    <vt:vector size="2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2020-11-24T16:39:38.000</dcterms:created>
  <dc:creator>KIM DASOL</dc:creator>
  <cp:lastModifiedBy>hp</cp:lastModifiedBy>
  <dcterms:modified xsi:type="dcterms:W3CDTF">2022-08-17T03:19:13.862</dcterms:modified>
  <cp:revision>345</cp:revision>
  <dc:title>PowerPoint 프레젠테이션</dc:title>
  <cp:version/>
</cp:coreProperties>
</file>